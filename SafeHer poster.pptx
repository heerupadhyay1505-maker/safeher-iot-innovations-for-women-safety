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256" r:id="rId2"/>
  </p:sldIdLst>
  <p:sldSz cx="35661600" cy="36576000"/>
  <p:notesSz cx="36626800" cy="51206400"/>
  <p:defaultTextStyle>
    <a:defPPr>
      <a:defRPr lang="en-US"/>
    </a:defPPr>
    <a:lvl1pPr algn="l" defTabSz="4075113" rtl="0" eaLnBrk="0" fontAlgn="base" hangingPunct="0">
      <a:spcBef>
        <a:spcPct val="0"/>
      </a:spcBef>
      <a:spcAft>
        <a:spcPct val="0"/>
      </a:spcAft>
      <a:defRPr sz="8000" kern="1200">
        <a:solidFill>
          <a:schemeClr val="tx1"/>
        </a:solidFill>
        <a:latin typeface="Arial" panose="020B0604020202020204" pitchFamily="34" charset="0"/>
        <a:ea typeface="+mn-ea"/>
        <a:cs typeface="+mn-cs"/>
      </a:defRPr>
    </a:lvl1pPr>
    <a:lvl2pPr marL="2036763" indent="-1579563" algn="l" defTabSz="4075113" rtl="0" eaLnBrk="0" fontAlgn="base" hangingPunct="0">
      <a:spcBef>
        <a:spcPct val="0"/>
      </a:spcBef>
      <a:spcAft>
        <a:spcPct val="0"/>
      </a:spcAft>
      <a:defRPr sz="8000" kern="1200">
        <a:solidFill>
          <a:schemeClr val="tx1"/>
        </a:solidFill>
        <a:latin typeface="Arial" panose="020B0604020202020204" pitchFamily="34" charset="0"/>
        <a:ea typeface="+mn-ea"/>
        <a:cs typeface="+mn-cs"/>
      </a:defRPr>
    </a:lvl2pPr>
    <a:lvl3pPr marL="4075113" indent="-3160713" algn="l" defTabSz="4075113" rtl="0" eaLnBrk="0" fontAlgn="base" hangingPunct="0">
      <a:spcBef>
        <a:spcPct val="0"/>
      </a:spcBef>
      <a:spcAft>
        <a:spcPct val="0"/>
      </a:spcAft>
      <a:defRPr sz="8000" kern="1200">
        <a:solidFill>
          <a:schemeClr val="tx1"/>
        </a:solidFill>
        <a:latin typeface="Arial" panose="020B0604020202020204" pitchFamily="34" charset="0"/>
        <a:ea typeface="+mn-ea"/>
        <a:cs typeface="+mn-cs"/>
      </a:defRPr>
    </a:lvl3pPr>
    <a:lvl4pPr marL="6111875" indent="-4740275" algn="l" defTabSz="4075113" rtl="0" eaLnBrk="0" fontAlgn="base" hangingPunct="0">
      <a:spcBef>
        <a:spcPct val="0"/>
      </a:spcBef>
      <a:spcAft>
        <a:spcPct val="0"/>
      </a:spcAft>
      <a:defRPr sz="8000" kern="1200">
        <a:solidFill>
          <a:schemeClr val="tx1"/>
        </a:solidFill>
        <a:latin typeface="Arial" panose="020B0604020202020204" pitchFamily="34" charset="0"/>
        <a:ea typeface="+mn-ea"/>
        <a:cs typeface="+mn-cs"/>
      </a:defRPr>
    </a:lvl4pPr>
    <a:lvl5pPr marL="8150225" indent="-6321425" algn="l" defTabSz="4075113" rtl="0" eaLnBrk="0" fontAlgn="base" hangingPunct="0">
      <a:spcBef>
        <a:spcPct val="0"/>
      </a:spcBef>
      <a:spcAft>
        <a:spcPct val="0"/>
      </a:spcAft>
      <a:defRPr sz="8000" kern="1200">
        <a:solidFill>
          <a:schemeClr val="tx1"/>
        </a:solidFill>
        <a:latin typeface="Arial" panose="020B0604020202020204" pitchFamily="34" charset="0"/>
        <a:ea typeface="+mn-ea"/>
        <a:cs typeface="+mn-cs"/>
      </a:defRPr>
    </a:lvl5pPr>
    <a:lvl6pPr marL="2286000" algn="l" defTabSz="914400" rtl="0" eaLnBrk="1" latinLnBrk="0" hangingPunct="1">
      <a:defRPr sz="8000" kern="1200">
        <a:solidFill>
          <a:schemeClr val="tx1"/>
        </a:solidFill>
        <a:latin typeface="Arial" panose="020B0604020202020204" pitchFamily="34" charset="0"/>
        <a:ea typeface="+mn-ea"/>
        <a:cs typeface="+mn-cs"/>
      </a:defRPr>
    </a:lvl6pPr>
    <a:lvl7pPr marL="2743200" algn="l" defTabSz="914400" rtl="0" eaLnBrk="1" latinLnBrk="0" hangingPunct="1">
      <a:defRPr sz="8000" kern="1200">
        <a:solidFill>
          <a:schemeClr val="tx1"/>
        </a:solidFill>
        <a:latin typeface="Arial" panose="020B0604020202020204" pitchFamily="34" charset="0"/>
        <a:ea typeface="+mn-ea"/>
        <a:cs typeface="+mn-cs"/>
      </a:defRPr>
    </a:lvl7pPr>
    <a:lvl8pPr marL="3200400" algn="l" defTabSz="914400" rtl="0" eaLnBrk="1" latinLnBrk="0" hangingPunct="1">
      <a:defRPr sz="8000" kern="1200">
        <a:solidFill>
          <a:schemeClr val="tx1"/>
        </a:solidFill>
        <a:latin typeface="Arial" panose="020B0604020202020204" pitchFamily="34" charset="0"/>
        <a:ea typeface="+mn-ea"/>
        <a:cs typeface="+mn-cs"/>
      </a:defRPr>
    </a:lvl8pPr>
    <a:lvl9pPr marL="3657600" algn="l" defTabSz="914400" rtl="0" eaLnBrk="1" latinLnBrk="0" hangingPunct="1">
      <a:defRPr sz="80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11520">
          <p15:clr>
            <a:srgbClr val="A4A3A4"/>
          </p15:clr>
        </p15:guide>
        <p15:guide id="2" pos="1123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FFF"/>
    <a:srgbClr val="9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25" d="100"/>
          <a:sy n="25" d="100"/>
        </p:scale>
        <p:origin x="1018" y="-2434"/>
      </p:cViewPr>
      <p:guideLst>
        <p:guide orient="horz" pos="11520"/>
        <p:guide pos="1123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 /><Relationship Id="rId7" Type="http://schemas.openxmlformats.org/officeDocument/2006/relationships/tableStyles" Target="tableStyles.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theme" Target="theme/theme1.xml" /><Relationship Id="rId5" Type="http://schemas.openxmlformats.org/officeDocument/2006/relationships/viewProps" Target="viewProps.xml" /><Relationship Id="rId4" Type="http://schemas.openxmlformats.org/officeDocument/2006/relationships/presProps" Target="pres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A414485-CD00-B41E-C063-B9D8EC50E456}"/>
              </a:ext>
            </a:extLst>
          </p:cNvPr>
          <p:cNvSpPr>
            <a:spLocks noGrp="1"/>
          </p:cNvSpPr>
          <p:nvPr>
            <p:ph type="hdr" sz="quarter"/>
          </p:nvPr>
        </p:nvSpPr>
        <p:spPr>
          <a:xfrm>
            <a:off x="0" y="0"/>
            <a:ext cx="15871825" cy="2597150"/>
          </a:xfrm>
          <a:prstGeom prst="rect">
            <a:avLst/>
          </a:prstGeom>
        </p:spPr>
        <p:txBody>
          <a:bodyPr vert="horz" lIns="506157" tIns="253079" rIns="506157" bIns="253079" rtlCol="0"/>
          <a:lstStyle>
            <a:lvl1pPr algn="l" eaLnBrk="1" hangingPunct="1">
              <a:defRPr sz="6600">
                <a:latin typeface="Arial" panose="020B0604020202020204" pitchFamily="34" charset="0"/>
              </a:defRPr>
            </a:lvl1pPr>
          </a:lstStyle>
          <a:p>
            <a:pPr>
              <a:defRPr/>
            </a:pPr>
            <a:endParaRPr lang="en-US"/>
          </a:p>
        </p:txBody>
      </p:sp>
      <p:sp>
        <p:nvSpPr>
          <p:cNvPr id="3" name="Date Placeholder 2">
            <a:extLst>
              <a:ext uri="{FF2B5EF4-FFF2-40B4-BE49-F238E27FC236}">
                <a16:creationId xmlns:a16="http://schemas.microsoft.com/office/drawing/2014/main" id="{8F78447F-B75C-C11E-9EFE-7A8FA6994B26}"/>
              </a:ext>
            </a:extLst>
          </p:cNvPr>
          <p:cNvSpPr>
            <a:spLocks noGrp="1"/>
          </p:cNvSpPr>
          <p:nvPr>
            <p:ph type="dt" idx="1"/>
          </p:nvPr>
        </p:nvSpPr>
        <p:spPr>
          <a:xfrm>
            <a:off x="20747038" y="0"/>
            <a:ext cx="15871825" cy="2597150"/>
          </a:xfrm>
          <a:prstGeom prst="rect">
            <a:avLst/>
          </a:prstGeom>
        </p:spPr>
        <p:txBody>
          <a:bodyPr vert="horz" lIns="506157" tIns="253079" rIns="506157" bIns="253079" rtlCol="0"/>
          <a:lstStyle>
            <a:lvl1pPr algn="r" eaLnBrk="1" hangingPunct="1">
              <a:defRPr sz="6600">
                <a:latin typeface="Arial" panose="020B0604020202020204" pitchFamily="34" charset="0"/>
              </a:defRPr>
            </a:lvl1pPr>
          </a:lstStyle>
          <a:p>
            <a:pPr>
              <a:defRPr/>
            </a:pPr>
            <a:fld id="{8BBFF340-4F34-456F-901B-2A9E1B97B821}" type="datetimeFigureOut">
              <a:rPr lang="en-US"/>
              <a:pPr>
                <a:defRPr/>
              </a:pPr>
              <a:t>7/15/2026</a:t>
            </a:fld>
            <a:endParaRPr lang="en-US"/>
          </a:p>
        </p:txBody>
      </p:sp>
      <p:sp>
        <p:nvSpPr>
          <p:cNvPr id="4" name="Slide Image Placeholder 3">
            <a:extLst>
              <a:ext uri="{FF2B5EF4-FFF2-40B4-BE49-F238E27FC236}">
                <a16:creationId xmlns:a16="http://schemas.microsoft.com/office/drawing/2014/main" id="{CC7AB85E-25FF-5B16-6039-B8DECDA718F9}"/>
              </a:ext>
            </a:extLst>
          </p:cNvPr>
          <p:cNvSpPr>
            <a:spLocks noGrp="1" noRot="1" noChangeAspect="1"/>
          </p:cNvSpPr>
          <p:nvPr>
            <p:ph type="sldImg" idx="2"/>
          </p:nvPr>
        </p:nvSpPr>
        <p:spPr>
          <a:xfrm>
            <a:off x="8815388" y="3897313"/>
            <a:ext cx="18996025" cy="19483387"/>
          </a:xfrm>
          <a:prstGeom prst="rect">
            <a:avLst/>
          </a:prstGeom>
          <a:noFill/>
          <a:ln w="12700">
            <a:solidFill>
              <a:prstClr val="black"/>
            </a:solidFill>
          </a:ln>
        </p:spPr>
        <p:txBody>
          <a:bodyPr vert="horz" lIns="506157" tIns="253079" rIns="506157" bIns="253079" rtlCol="0" anchor="ctr"/>
          <a:lstStyle/>
          <a:p>
            <a:pPr lvl="0"/>
            <a:endParaRPr lang="en-US" noProof="0"/>
          </a:p>
        </p:txBody>
      </p:sp>
      <p:sp>
        <p:nvSpPr>
          <p:cNvPr id="5" name="Notes Placeholder 4">
            <a:extLst>
              <a:ext uri="{FF2B5EF4-FFF2-40B4-BE49-F238E27FC236}">
                <a16:creationId xmlns:a16="http://schemas.microsoft.com/office/drawing/2014/main" id="{48C4308F-E99C-CBD3-6EE7-6CAA629887A3}"/>
              </a:ext>
            </a:extLst>
          </p:cNvPr>
          <p:cNvSpPr>
            <a:spLocks noGrp="1"/>
          </p:cNvSpPr>
          <p:nvPr>
            <p:ph type="body" sz="quarter" idx="3"/>
          </p:nvPr>
        </p:nvSpPr>
        <p:spPr>
          <a:xfrm>
            <a:off x="3662363" y="24679275"/>
            <a:ext cx="29302075" cy="23379113"/>
          </a:xfrm>
          <a:prstGeom prst="rect">
            <a:avLst/>
          </a:prstGeom>
        </p:spPr>
        <p:txBody>
          <a:bodyPr vert="horz" lIns="506157" tIns="253079" rIns="506157" bIns="253079"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4569D97C-967F-F081-43F0-510738FB6A3A}"/>
              </a:ext>
            </a:extLst>
          </p:cNvPr>
          <p:cNvSpPr>
            <a:spLocks noGrp="1"/>
          </p:cNvSpPr>
          <p:nvPr>
            <p:ph type="ftr" sz="quarter" idx="4"/>
          </p:nvPr>
        </p:nvSpPr>
        <p:spPr>
          <a:xfrm>
            <a:off x="0" y="49349025"/>
            <a:ext cx="15871825" cy="2597150"/>
          </a:xfrm>
          <a:prstGeom prst="rect">
            <a:avLst/>
          </a:prstGeom>
        </p:spPr>
        <p:txBody>
          <a:bodyPr vert="horz" lIns="506157" tIns="253079" rIns="506157" bIns="253079" rtlCol="0" anchor="b"/>
          <a:lstStyle>
            <a:lvl1pPr algn="l" eaLnBrk="1" hangingPunct="1">
              <a:defRPr sz="6600">
                <a:latin typeface="Arial" panose="020B0604020202020204" pitchFamily="34" charset="0"/>
              </a:defRPr>
            </a:lvl1pPr>
          </a:lstStyle>
          <a:p>
            <a:pPr>
              <a:defRPr/>
            </a:pPr>
            <a:endParaRPr lang="en-US"/>
          </a:p>
        </p:txBody>
      </p:sp>
      <p:sp>
        <p:nvSpPr>
          <p:cNvPr id="7" name="Slide Number Placeholder 6">
            <a:extLst>
              <a:ext uri="{FF2B5EF4-FFF2-40B4-BE49-F238E27FC236}">
                <a16:creationId xmlns:a16="http://schemas.microsoft.com/office/drawing/2014/main" id="{45CE2E0A-BA5E-7775-A31F-210F88955BFB}"/>
              </a:ext>
            </a:extLst>
          </p:cNvPr>
          <p:cNvSpPr>
            <a:spLocks noGrp="1"/>
          </p:cNvSpPr>
          <p:nvPr>
            <p:ph type="sldNum" sz="quarter" idx="5"/>
          </p:nvPr>
        </p:nvSpPr>
        <p:spPr>
          <a:xfrm>
            <a:off x="20747038" y="49349025"/>
            <a:ext cx="15871825" cy="2597150"/>
          </a:xfrm>
          <a:prstGeom prst="rect">
            <a:avLst/>
          </a:prstGeom>
        </p:spPr>
        <p:txBody>
          <a:bodyPr vert="horz" wrap="square" lIns="506157" tIns="253079" rIns="506157" bIns="253079" numCol="1" anchor="b" anchorCtr="0" compatLnSpc="1">
            <a:prstTxWarp prst="textNoShape">
              <a:avLst/>
            </a:prstTxWarp>
          </a:bodyPr>
          <a:lstStyle>
            <a:lvl1pPr algn="r" eaLnBrk="1" hangingPunct="1">
              <a:defRPr sz="6600"/>
            </a:lvl1pPr>
          </a:lstStyle>
          <a:p>
            <a:pPr>
              <a:defRPr/>
            </a:pPr>
            <a:fld id="{03EDEB06-83B6-41BB-BD31-4E32C5D1B72C}"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a:extLst>
              <a:ext uri="{FF2B5EF4-FFF2-40B4-BE49-F238E27FC236}">
                <a16:creationId xmlns:a16="http://schemas.microsoft.com/office/drawing/2014/main" id="{5E81FF43-2781-138C-09C0-A2C5690F49B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Notes Placeholder 2">
            <a:extLst>
              <a:ext uri="{FF2B5EF4-FFF2-40B4-BE49-F238E27FC236}">
                <a16:creationId xmlns:a16="http://schemas.microsoft.com/office/drawing/2014/main" id="{12A064F4-B97E-D050-567D-57E61A11D09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8196" name="Slide Number Placeholder 3">
            <a:extLst>
              <a:ext uri="{FF2B5EF4-FFF2-40B4-BE49-F238E27FC236}">
                <a16:creationId xmlns:a16="http://schemas.microsoft.com/office/drawing/2014/main" id="{B996007E-83D5-4FAD-9A22-5731C7927D1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8000">
                <a:solidFill>
                  <a:schemeClr val="tx1"/>
                </a:solidFill>
                <a:latin typeface="Arial" panose="020B0604020202020204" pitchFamily="34" charset="0"/>
              </a:defRPr>
            </a:lvl1pPr>
            <a:lvl2pPr marL="742950" indent="-285750">
              <a:defRPr sz="8000">
                <a:solidFill>
                  <a:schemeClr val="tx1"/>
                </a:solidFill>
                <a:latin typeface="Arial" panose="020B0604020202020204" pitchFamily="34" charset="0"/>
              </a:defRPr>
            </a:lvl2pPr>
            <a:lvl3pPr marL="1143000" indent="-228600">
              <a:defRPr sz="8000">
                <a:solidFill>
                  <a:schemeClr val="tx1"/>
                </a:solidFill>
                <a:latin typeface="Arial" panose="020B0604020202020204" pitchFamily="34" charset="0"/>
              </a:defRPr>
            </a:lvl3pPr>
            <a:lvl4pPr marL="1600200" indent="-228600">
              <a:defRPr sz="8000">
                <a:solidFill>
                  <a:schemeClr val="tx1"/>
                </a:solidFill>
                <a:latin typeface="Arial" panose="020B0604020202020204" pitchFamily="34" charset="0"/>
              </a:defRPr>
            </a:lvl4pPr>
            <a:lvl5pPr marL="2057400" indent="-228600">
              <a:defRPr sz="8000">
                <a:solidFill>
                  <a:schemeClr val="tx1"/>
                </a:solidFill>
                <a:latin typeface="Arial" panose="020B0604020202020204" pitchFamily="34" charset="0"/>
              </a:defRPr>
            </a:lvl5pPr>
            <a:lvl6pPr marL="2514600" indent="-228600" defTabSz="4075113" eaLnBrk="0" fontAlgn="base" hangingPunct="0">
              <a:spcBef>
                <a:spcPct val="0"/>
              </a:spcBef>
              <a:spcAft>
                <a:spcPct val="0"/>
              </a:spcAft>
              <a:defRPr sz="8000">
                <a:solidFill>
                  <a:schemeClr val="tx1"/>
                </a:solidFill>
                <a:latin typeface="Arial" panose="020B0604020202020204" pitchFamily="34" charset="0"/>
              </a:defRPr>
            </a:lvl6pPr>
            <a:lvl7pPr marL="2971800" indent="-228600" defTabSz="4075113" eaLnBrk="0" fontAlgn="base" hangingPunct="0">
              <a:spcBef>
                <a:spcPct val="0"/>
              </a:spcBef>
              <a:spcAft>
                <a:spcPct val="0"/>
              </a:spcAft>
              <a:defRPr sz="8000">
                <a:solidFill>
                  <a:schemeClr val="tx1"/>
                </a:solidFill>
                <a:latin typeface="Arial" panose="020B0604020202020204" pitchFamily="34" charset="0"/>
              </a:defRPr>
            </a:lvl7pPr>
            <a:lvl8pPr marL="3429000" indent="-228600" defTabSz="4075113" eaLnBrk="0" fontAlgn="base" hangingPunct="0">
              <a:spcBef>
                <a:spcPct val="0"/>
              </a:spcBef>
              <a:spcAft>
                <a:spcPct val="0"/>
              </a:spcAft>
              <a:defRPr sz="8000">
                <a:solidFill>
                  <a:schemeClr val="tx1"/>
                </a:solidFill>
                <a:latin typeface="Arial" panose="020B0604020202020204" pitchFamily="34" charset="0"/>
              </a:defRPr>
            </a:lvl8pPr>
            <a:lvl9pPr marL="3886200" indent="-228600" defTabSz="4075113" eaLnBrk="0" fontAlgn="base" hangingPunct="0">
              <a:spcBef>
                <a:spcPct val="0"/>
              </a:spcBef>
              <a:spcAft>
                <a:spcPct val="0"/>
              </a:spcAft>
              <a:defRPr sz="8000">
                <a:solidFill>
                  <a:schemeClr val="tx1"/>
                </a:solidFill>
                <a:latin typeface="Arial" panose="020B0604020202020204" pitchFamily="34" charset="0"/>
              </a:defRPr>
            </a:lvl9pPr>
          </a:lstStyle>
          <a:p>
            <a:fld id="{F411E2B0-1E22-4ED1-855F-8CD78A1222DB}" type="slidenum">
              <a:rPr lang="en-US" altLang="en-US" sz="6600" smtClean="0"/>
              <a:pPr/>
              <a:t>1</a:t>
            </a:fld>
            <a:endParaRPr lang="en-US" altLang="en-US" sz="66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45B0394-BA5B-5570-39AE-578BB99DE7EE}"/>
              </a:ext>
            </a:extLst>
          </p:cNvPr>
          <p:cNvSpPr/>
          <p:nvPr/>
        </p:nvSpPr>
        <p:spPr>
          <a:xfrm>
            <a:off x="0" y="0"/>
            <a:ext cx="35661600" cy="36576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lIns="407530" tIns="203765" rIns="407530" bIns="203765" anchor="ctr"/>
          <a:lstStyle/>
          <a:p>
            <a:pPr algn="ctr" defTabSz="4075298" eaLnBrk="1" fontAlgn="auto" hangingPunct="1">
              <a:spcBef>
                <a:spcPts val="0"/>
              </a:spcBef>
              <a:spcAft>
                <a:spcPts val="0"/>
              </a:spcAft>
              <a:defRPr/>
            </a:pPr>
            <a:endParaRPr lang="en-US"/>
          </a:p>
        </p:txBody>
      </p:sp>
      <p:sp useBgFill="1">
        <p:nvSpPr>
          <p:cNvPr id="3" name="Rounded Rectangle 10">
            <a:extLst>
              <a:ext uri="{FF2B5EF4-FFF2-40B4-BE49-F238E27FC236}">
                <a16:creationId xmlns:a16="http://schemas.microsoft.com/office/drawing/2014/main" id="{F6E21223-0BEC-69EF-521A-42A753EB91D3}"/>
              </a:ext>
            </a:extLst>
          </p:cNvPr>
          <p:cNvSpPr/>
          <p:nvPr/>
        </p:nvSpPr>
        <p:spPr>
          <a:xfrm>
            <a:off x="254000" y="371475"/>
            <a:ext cx="35153600" cy="3569176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lIns="407530" tIns="203765" rIns="407530" bIns="203765" anchor="ctr"/>
          <a:lstStyle/>
          <a:p>
            <a:pPr algn="ctr" defTabSz="4075298" eaLnBrk="1" fontAlgn="auto" hangingPunct="1">
              <a:spcBef>
                <a:spcPts val="0"/>
              </a:spcBef>
              <a:spcAft>
                <a:spcPts val="0"/>
              </a:spcAft>
              <a:defRPr/>
            </a:pPr>
            <a:endParaRPr lang="en-US"/>
          </a:p>
        </p:txBody>
      </p:sp>
      <p:sp>
        <p:nvSpPr>
          <p:cNvPr id="4" name="Rectangle 3">
            <a:extLst>
              <a:ext uri="{FF2B5EF4-FFF2-40B4-BE49-F238E27FC236}">
                <a16:creationId xmlns:a16="http://schemas.microsoft.com/office/drawing/2014/main" id="{86376212-B96F-293A-5D4B-D09CBBFDFE80}"/>
              </a:ext>
            </a:extLst>
          </p:cNvPr>
          <p:cNvSpPr/>
          <p:nvPr/>
        </p:nvSpPr>
        <p:spPr>
          <a:xfrm>
            <a:off x="246063" y="7729538"/>
            <a:ext cx="35183762" cy="8145462"/>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lIns="407530" tIns="203765" rIns="407530" bIns="203765" anchor="ctr"/>
          <a:lstStyle/>
          <a:p>
            <a:pPr algn="ctr" defTabSz="4075298" eaLnBrk="1" fontAlgn="auto" hangingPunct="1">
              <a:spcBef>
                <a:spcPts val="0"/>
              </a:spcBef>
              <a:spcAft>
                <a:spcPts val="0"/>
              </a:spcAft>
              <a:defRPr/>
            </a:pPr>
            <a:endParaRPr lang="en-US"/>
          </a:p>
        </p:txBody>
      </p:sp>
      <p:sp>
        <p:nvSpPr>
          <p:cNvPr id="5" name="Rectangle 4">
            <a:extLst>
              <a:ext uri="{FF2B5EF4-FFF2-40B4-BE49-F238E27FC236}">
                <a16:creationId xmlns:a16="http://schemas.microsoft.com/office/drawing/2014/main" id="{5F7CFA46-D832-1AA8-9094-6E0AE0622885}"/>
              </a:ext>
            </a:extLst>
          </p:cNvPr>
          <p:cNvSpPr/>
          <p:nvPr/>
        </p:nvSpPr>
        <p:spPr>
          <a:xfrm>
            <a:off x="246063" y="7448550"/>
            <a:ext cx="35183762" cy="642938"/>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lIns="407530" tIns="203765" rIns="407530" bIns="203765" anchor="ctr"/>
          <a:lstStyle/>
          <a:p>
            <a:pPr algn="ctr" defTabSz="4075298"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517DAA0F-291E-4428-0982-52B1259BD68B}"/>
              </a:ext>
            </a:extLst>
          </p:cNvPr>
          <p:cNvSpPr/>
          <p:nvPr/>
        </p:nvSpPr>
        <p:spPr>
          <a:xfrm>
            <a:off x="246063" y="15875000"/>
            <a:ext cx="35183762" cy="588963"/>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lIns="407530" tIns="203765" rIns="407530" bIns="203765" anchor="ctr"/>
          <a:lstStyle/>
          <a:p>
            <a:pPr algn="ctr" defTabSz="4075298" eaLnBrk="1" fontAlgn="auto" hangingPunct="1">
              <a:spcBef>
                <a:spcPts val="0"/>
              </a:spcBef>
              <a:spcAft>
                <a:spcPts val="0"/>
              </a:spcAft>
              <a:defRPr/>
            </a:pPr>
            <a:endParaRPr lang="en-US"/>
          </a:p>
        </p:txBody>
      </p:sp>
      <p:sp>
        <p:nvSpPr>
          <p:cNvPr id="9" name="Subtitle 8"/>
          <p:cNvSpPr>
            <a:spLocks noGrp="1"/>
          </p:cNvSpPr>
          <p:nvPr>
            <p:ph type="subTitle" idx="1"/>
          </p:nvPr>
        </p:nvSpPr>
        <p:spPr>
          <a:xfrm>
            <a:off x="5052060" y="17068800"/>
            <a:ext cx="24963120" cy="8534400"/>
          </a:xfrm>
        </p:spPr>
        <p:txBody>
          <a:bodyPr/>
          <a:lstStyle>
            <a:lvl1pPr marL="0" indent="0" algn="ctr">
              <a:buNone/>
              <a:defRPr sz="11600">
                <a:solidFill>
                  <a:schemeClr val="tx2"/>
                </a:solidFill>
              </a:defRPr>
            </a:lvl1pPr>
            <a:lvl2pPr marL="2037649" indent="0" algn="ctr">
              <a:buNone/>
            </a:lvl2pPr>
            <a:lvl3pPr marL="4075298" indent="0" algn="ctr">
              <a:buNone/>
            </a:lvl3pPr>
            <a:lvl4pPr marL="6112947" indent="0" algn="ctr">
              <a:buNone/>
            </a:lvl4pPr>
            <a:lvl5pPr marL="8150596" indent="0" algn="ctr">
              <a:buNone/>
            </a:lvl5pPr>
            <a:lvl6pPr marL="10188245" indent="0" algn="ctr">
              <a:buNone/>
            </a:lvl6pPr>
            <a:lvl7pPr marL="12225894" indent="0" algn="ctr">
              <a:buNone/>
            </a:lvl7pPr>
            <a:lvl8pPr marL="14263543" indent="0" algn="ctr">
              <a:buNone/>
            </a:lvl8pPr>
            <a:lvl9pPr marL="16301192" indent="0" algn="ctr">
              <a:buNone/>
            </a:lvl9pPr>
          </a:lstStyle>
          <a:p>
            <a:r>
              <a:rPr lang="en-US"/>
              <a:t>Click to edit Master subtitle style</a:t>
            </a:r>
          </a:p>
        </p:txBody>
      </p:sp>
      <p:sp>
        <p:nvSpPr>
          <p:cNvPr id="8" name="Title 7"/>
          <p:cNvSpPr>
            <a:spLocks noGrp="1"/>
          </p:cNvSpPr>
          <p:nvPr>
            <p:ph type="ctrTitle"/>
          </p:nvPr>
        </p:nvSpPr>
        <p:spPr>
          <a:xfrm>
            <a:off x="1783080" y="8031631"/>
            <a:ext cx="32095440" cy="7840133"/>
          </a:xfrm>
        </p:spPr>
        <p:txBody>
          <a:bodyPr anchor="ctr"/>
          <a:lstStyle>
            <a:lvl1pPr algn="ctr">
              <a:defRPr lang="en-US" dirty="0">
                <a:solidFill>
                  <a:srgbClr val="FFFFFF"/>
                </a:solidFill>
              </a:defRPr>
            </a:lvl1pPr>
          </a:lstStyle>
          <a:p>
            <a:r>
              <a:rPr lang="en-US"/>
              <a:t>Click to edit Master title style</a:t>
            </a:r>
          </a:p>
        </p:txBody>
      </p:sp>
      <p:sp>
        <p:nvSpPr>
          <p:cNvPr id="7" name="Date Placeholder 27">
            <a:extLst>
              <a:ext uri="{FF2B5EF4-FFF2-40B4-BE49-F238E27FC236}">
                <a16:creationId xmlns:a16="http://schemas.microsoft.com/office/drawing/2014/main" id="{60786214-082A-9E05-D912-4CF5B9F54465}"/>
              </a:ext>
            </a:extLst>
          </p:cNvPr>
          <p:cNvSpPr>
            <a:spLocks noGrp="1"/>
          </p:cNvSpPr>
          <p:nvPr>
            <p:ph type="dt" sz="half" idx="10"/>
          </p:nvPr>
        </p:nvSpPr>
        <p:spPr/>
        <p:txBody>
          <a:bodyPr/>
          <a:lstStyle>
            <a:lvl1pPr>
              <a:defRPr/>
            </a:lvl1pPr>
          </a:lstStyle>
          <a:p>
            <a:pPr>
              <a:defRPr/>
            </a:pPr>
            <a:fld id="{A1C29DE1-89C8-4B94-B867-0E6718B37EDA}" type="datetimeFigureOut">
              <a:rPr lang="en-US"/>
              <a:pPr>
                <a:defRPr/>
              </a:pPr>
              <a:t>7/15/2026</a:t>
            </a:fld>
            <a:endParaRPr lang="en-US"/>
          </a:p>
        </p:txBody>
      </p:sp>
      <p:sp>
        <p:nvSpPr>
          <p:cNvPr id="10" name="Footer Placeholder 16">
            <a:extLst>
              <a:ext uri="{FF2B5EF4-FFF2-40B4-BE49-F238E27FC236}">
                <a16:creationId xmlns:a16="http://schemas.microsoft.com/office/drawing/2014/main" id="{228ED695-DED9-BEEC-FBD4-7673F9C0937A}"/>
              </a:ext>
            </a:extLst>
          </p:cNvPr>
          <p:cNvSpPr>
            <a:spLocks noGrp="1"/>
          </p:cNvSpPr>
          <p:nvPr>
            <p:ph type="ftr" sz="quarter" idx="11"/>
          </p:nvPr>
        </p:nvSpPr>
        <p:spPr/>
        <p:txBody>
          <a:bodyPr/>
          <a:lstStyle>
            <a:lvl1pPr>
              <a:defRPr/>
            </a:lvl1pPr>
          </a:lstStyle>
          <a:p>
            <a:pPr>
              <a:defRPr/>
            </a:pPr>
            <a:endParaRPr lang="en-US"/>
          </a:p>
        </p:txBody>
      </p:sp>
      <p:sp>
        <p:nvSpPr>
          <p:cNvPr id="11" name="Slide Number Placeholder 28">
            <a:extLst>
              <a:ext uri="{FF2B5EF4-FFF2-40B4-BE49-F238E27FC236}">
                <a16:creationId xmlns:a16="http://schemas.microsoft.com/office/drawing/2014/main" id="{195D71CA-CCBF-7B18-BA40-C035A625BB5E}"/>
              </a:ext>
            </a:extLst>
          </p:cNvPr>
          <p:cNvSpPr>
            <a:spLocks noGrp="1"/>
          </p:cNvSpPr>
          <p:nvPr>
            <p:ph type="sldNum" sz="quarter" idx="12"/>
          </p:nvPr>
        </p:nvSpPr>
        <p:spPr/>
        <p:txBody>
          <a:bodyPr/>
          <a:lstStyle>
            <a:lvl1pPr>
              <a:defRPr/>
            </a:lvl1pPr>
          </a:lstStyle>
          <a:p>
            <a:pPr>
              <a:defRPr/>
            </a:pPr>
            <a:fld id="{C55F6E88-B1C3-475F-A518-C49D5971FB33}" type="slidenum">
              <a:rPr lang="en-US" altLang="en-US"/>
              <a:pPr>
                <a:defRPr/>
              </a:pPr>
              <a:t>‹#›</a:t>
            </a:fld>
            <a:endParaRPr lang="en-US" altLang="en-US"/>
          </a:p>
        </p:txBody>
      </p:sp>
    </p:spTree>
    <p:extLst>
      <p:ext uri="{BB962C8B-B14F-4D97-AF65-F5344CB8AC3E}">
        <p14:creationId xmlns:p14="http://schemas.microsoft.com/office/powerpoint/2010/main" val="2514105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Content Placeholder 7"/>
          <p:cNvSpPr>
            <a:spLocks noGrp="1"/>
          </p:cNvSpPr>
          <p:nvPr>
            <p:ph sz="quarter" idx="1"/>
          </p:nvPr>
        </p:nvSpPr>
        <p:spPr>
          <a:xfrm>
            <a:off x="3566160" y="7721600"/>
            <a:ext cx="30312360" cy="2438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13">
            <a:extLst>
              <a:ext uri="{FF2B5EF4-FFF2-40B4-BE49-F238E27FC236}">
                <a16:creationId xmlns:a16="http://schemas.microsoft.com/office/drawing/2014/main" id="{92A8E80C-29B4-9649-46C2-3296DA2ACE4F}"/>
              </a:ext>
            </a:extLst>
          </p:cNvPr>
          <p:cNvSpPr>
            <a:spLocks noGrp="1"/>
          </p:cNvSpPr>
          <p:nvPr>
            <p:ph type="dt" sz="half" idx="10"/>
          </p:nvPr>
        </p:nvSpPr>
        <p:spPr/>
        <p:txBody>
          <a:bodyPr/>
          <a:lstStyle>
            <a:lvl1pPr>
              <a:defRPr/>
            </a:lvl1pPr>
          </a:lstStyle>
          <a:p>
            <a:pPr>
              <a:defRPr/>
            </a:pPr>
            <a:fld id="{F7EF58C5-17A9-491A-B2AE-8E6BAD1DA0F3}" type="datetimeFigureOut">
              <a:rPr lang="en-US"/>
              <a:pPr>
                <a:defRPr/>
              </a:pPr>
              <a:t>7/15/2026</a:t>
            </a:fld>
            <a:endParaRPr lang="en-US"/>
          </a:p>
        </p:txBody>
      </p:sp>
      <p:sp>
        <p:nvSpPr>
          <p:cNvPr id="4" name="Footer Placeholder 2">
            <a:extLst>
              <a:ext uri="{FF2B5EF4-FFF2-40B4-BE49-F238E27FC236}">
                <a16:creationId xmlns:a16="http://schemas.microsoft.com/office/drawing/2014/main" id="{B869451F-6E94-E956-8878-6BE6167CF931}"/>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22">
            <a:extLst>
              <a:ext uri="{FF2B5EF4-FFF2-40B4-BE49-F238E27FC236}">
                <a16:creationId xmlns:a16="http://schemas.microsoft.com/office/drawing/2014/main" id="{F651B67E-1815-D827-7535-FF27AE5F0778}"/>
              </a:ext>
            </a:extLst>
          </p:cNvPr>
          <p:cNvSpPr>
            <a:spLocks noGrp="1"/>
          </p:cNvSpPr>
          <p:nvPr>
            <p:ph type="sldNum" sz="quarter" idx="12"/>
          </p:nvPr>
        </p:nvSpPr>
        <p:spPr/>
        <p:txBody>
          <a:bodyPr/>
          <a:lstStyle>
            <a:lvl1pPr>
              <a:defRPr/>
            </a:lvl1pPr>
          </a:lstStyle>
          <a:p>
            <a:pPr>
              <a:defRPr/>
            </a:pPr>
            <a:fld id="{B05C5375-C060-464B-8862-7B2D51888DDB}" type="slidenum">
              <a:rPr lang="en-US" altLang="en-US"/>
              <a:pPr>
                <a:defRPr/>
              </a:pPr>
              <a:t>‹#›</a:t>
            </a:fld>
            <a:endParaRPr lang="en-US" altLang="en-US"/>
          </a:p>
        </p:txBody>
      </p:sp>
    </p:spTree>
    <p:extLst>
      <p:ext uri="{BB962C8B-B14F-4D97-AF65-F5344CB8AC3E}">
        <p14:creationId xmlns:p14="http://schemas.microsoft.com/office/powerpoint/2010/main" val="883139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62770DD-E8E8-62E7-193C-B8FB98D4CCF2}"/>
              </a:ext>
            </a:extLst>
          </p:cNvPr>
          <p:cNvSpPr/>
          <p:nvPr/>
        </p:nvSpPr>
        <p:spPr>
          <a:xfrm>
            <a:off x="0" y="0"/>
            <a:ext cx="35661600" cy="36576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lIns="407530" tIns="203765" rIns="407530" bIns="203765" anchor="ctr"/>
          <a:lstStyle/>
          <a:p>
            <a:pPr algn="ctr" defTabSz="4075298" eaLnBrk="1" fontAlgn="auto" hangingPunct="1">
              <a:spcBef>
                <a:spcPts val="0"/>
              </a:spcBef>
              <a:spcAft>
                <a:spcPts val="0"/>
              </a:spcAft>
              <a:defRPr/>
            </a:pPr>
            <a:endParaRPr lang="en-US"/>
          </a:p>
        </p:txBody>
      </p:sp>
      <p:sp useBgFill="1">
        <p:nvSpPr>
          <p:cNvPr id="5" name="Rounded Rectangle 10">
            <a:extLst>
              <a:ext uri="{FF2B5EF4-FFF2-40B4-BE49-F238E27FC236}">
                <a16:creationId xmlns:a16="http://schemas.microsoft.com/office/drawing/2014/main" id="{2CBF96AB-893F-61C9-5200-155C43A4DF77}"/>
              </a:ext>
            </a:extLst>
          </p:cNvPr>
          <p:cNvSpPr/>
          <p:nvPr/>
        </p:nvSpPr>
        <p:spPr>
          <a:xfrm>
            <a:off x="254000" y="371475"/>
            <a:ext cx="35153600" cy="3569176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lIns="407530" tIns="203765" rIns="407530" bIns="203765" anchor="ctr"/>
          <a:lstStyle/>
          <a:p>
            <a:pPr algn="ctr" defTabSz="4075298"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841EDA2C-3561-A1FF-FC5E-A61EA95A1A68}"/>
              </a:ext>
            </a:extLst>
          </p:cNvPr>
          <p:cNvSpPr/>
          <p:nvPr/>
        </p:nvSpPr>
        <p:spPr>
          <a:xfrm flipV="1">
            <a:off x="271463" y="12677775"/>
            <a:ext cx="35152012" cy="4857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lIns="407530" tIns="203765" rIns="407530" bIns="203765" anchor="ctr"/>
          <a:lstStyle/>
          <a:p>
            <a:pPr algn="ctr" defTabSz="4075298"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95116AEB-B07E-6407-8E66-5BBD794E4AD2}"/>
              </a:ext>
            </a:extLst>
          </p:cNvPr>
          <p:cNvSpPr/>
          <p:nvPr/>
        </p:nvSpPr>
        <p:spPr>
          <a:xfrm>
            <a:off x="269875" y="12488863"/>
            <a:ext cx="35153600" cy="24130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lIns="407530" tIns="203765" rIns="407530" bIns="203765" anchor="ctr"/>
          <a:lstStyle/>
          <a:p>
            <a:pPr algn="ctr" defTabSz="4075298" eaLnBrk="1" fontAlgn="auto" hangingPunct="1">
              <a:spcBef>
                <a:spcPts val="0"/>
              </a:spcBef>
              <a:spcAft>
                <a:spcPts val="0"/>
              </a:spcAft>
              <a:defRPr/>
            </a:pPr>
            <a:endParaRPr lang="en-US"/>
          </a:p>
        </p:txBody>
      </p:sp>
      <p:sp>
        <p:nvSpPr>
          <p:cNvPr id="8" name="Rectangle 7">
            <a:extLst>
              <a:ext uri="{FF2B5EF4-FFF2-40B4-BE49-F238E27FC236}">
                <a16:creationId xmlns:a16="http://schemas.microsoft.com/office/drawing/2014/main" id="{BF8DE2D6-78EC-C418-6754-CF32542FA98E}"/>
              </a:ext>
            </a:extLst>
          </p:cNvPr>
          <p:cNvSpPr/>
          <p:nvPr/>
        </p:nvSpPr>
        <p:spPr>
          <a:xfrm>
            <a:off x="266700" y="13166725"/>
            <a:ext cx="35156775" cy="24447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lIns="407530" tIns="203765" rIns="407530" bIns="203765" anchor="ctr"/>
          <a:lstStyle/>
          <a:p>
            <a:pPr algn="ctr" defTabSz="4075298" eaLnBrk="1" fontAlgn="auto" hangingPunct="1">
              <a:spcBef>
                <a:spcPts val="0"/>
              </a:spcBef>
              <a:spcAft>
                <a:spcPts val="0"/>
              </a:spcAft>
              <a:defRPr/>
            </a:pPr>
            <a:endParaRPr lang="en-US"/>
          </a:p>
        </p:txBody>
      </p:sp>
      <p:sp>
        <p:nvSpPr>
          <p:cNvPr id="2" name="Title 1"/>
          <p:cNvSpPr>
            <a:spLocks noGrp="1"/>
          </p:cNvSpPr>
          <p:nvPr>
            <p:ph type="title"/>
          </p:nvPr>
        </p:nvSpPr>
        <p:spPr>
          <a:xfrm>
            <a:off x="2817021" y="5080002"/>
            <a:ext cx="30312360" cy="7264400"/>
          </a:xfrm>
        </p:spPr>
        <p:txBody>
          <a:bodyPr/>
          <a:lstStyle>
            <a:lvl1pPr algn="l">
              <a:buNone/>
              <a:defRPr sz="17800" b="0" cap="none"/>
            </a:lvl1pPr>
          </a:lstStyle>
          <a:p>
            <a:r>
              <a:rPr lang="en-US"/>
              <a:t>Click to edit Master title style</a:t>
            </a:r>
          </a:p>
        </p:txBody>
      </p:sp>
      <p:sp>
        <p:nvSpPr>
          <p:cNvPr id="3" name="Text Placeholder 2"/>
          <p:cNvSpPr>
            <a:spLocks noGrp="1"/>
          </p:cNvSpPr>
          <p:nvPr>
            <p:ph type="body" idx="1"/>
          </p:nvPr>
        </p:nvSpPr>
        <p:spPr>
          <a:xfrm>
            <a:off x="2817021" y="13589004"/>
            <a:ext cx="30312360" cy="7137398"/>
          </a:xfrm>
        </p:spPr>
        <p:txBody>
          <a:bodyPr/>
          <a:lstStyle>
            <a:lvl1pPr marL="0" indent="0">
              <a:buNone/>
              <a:defRPr sz="10700">
                <a:solidFill>
                  <a:schemeClr val="tx1">
                    <a:tint val="75000"/>
                  </a:schemeClr>
                </a:solidFill>
              </a:defRPr>
            </a:lvl1pPr>
            <a:lvl2pPr>
              <a:buNone/>
              <a:defRPr sz="8000">
                <a:solidFill>
                  <a:schemeClr val="tx1">
                    <a:tint val="75000"/>
                  </a:schemeClr>
                </a:solidFill>
              </a:defRPr>
            </a:lvl2pPr>
            <a:lvl3pPr>
              <a:buNone/>
              <a:defRPr sz="7100">
                <a:solidFill>
                  <a:schemeClr val="tx1">
                    <a:tint val="75000"/>
                  </a:schemeClr>
                </a:solidFill>
              </a:defRPr>
            </a:lvl3pPr>
            <a:lvl4pPr>
              <a:buNone/>
              <a:defRPr sz="6200">
                <a:solidFill>
                  <a:schemeClr val="tx1">
                    <a:tint val="75000"/>
                  </a:schemeClr>
                </a:solidFill>
              </a:defRPr>
            </a:lvl4pPr>
            <a:lvl5pPr>
              <a:buNone/>
              <a:defRPr sz="6200">
                <a:solidFill>
                  <a:schemeClr val="tx1">
                    <a:tint val="75000"/>
                  </a:schemeClr>
                </a:solidFill>
              </a:defRPr>
            </a:lvl5pPr>
          </a:lstStyle>
          <a:p>
            <a:pPr lvl="0"/>
            <a:r>
              <a:rPr lang="en-US"/>
              <a:t>Click to edit Master text styles</a:t>
            </a:r>
          </a:p>
        </p:txBody>
      </p:sp>
      <p:sp>
        <p:nvSpPr>
          <p:cNvPr id="9" name="Date Placeholder 3">
            <a:extLst>
              <a:ext uri="{FF2B5EF4-FFF2-40B4-BE49-F238E27FC236}">
                <a16:creationId xmlns:a16="http://schemas.microsoft.com/office/drawing/2014/main" id="{E5C0A1F3-25CB-C2AD-97ED-F126F32D237E}"/>
              </a:ext>
            </a:extLst>
          </p:cNvPr>
          <p:cNvSpPr>
            <a:spLocks noGrp="1"/>
          </p:cNvSpPr>
          <p:nvPr>
            <p:ph type="dt" sz="half" idx="10"/>
          </p:nvPr>
        </p:nvSpPr>
        <p:spPr/>
        <p:txBody>
          <a:bodyPr/>
          <a:lstStyle>
            <a:lvl1pPr>
              <a:defRPr/>
            </a:lvl1pPr>
          </a:lstStyle>
          <a:p>
            <a:pPr>
              <a:defRPr/>
            </a:pPr>
            <a:fld id="{8840AF36-5244-4526-A498-4A1473412C29}" type="datetimeFigureOut">
              <a:rPr lang="en-US"/>
              <a:pPr>
                <a:defRPr/>
              </a:pPr>
              <a:t>7/15/2026</a:t>
            </a:fld>
            <a:endParaRPr lang="en-US"/>
          </a:p>
        </p:txBody>
      </p:sp>
      <p:sp>
        <p:nvSpPr>
          <p:cNvPr id="10" name="Footer Placeholder 4">
            <a:extLst>
              <a:ext uri="{FF2B5EF4-FFF2-40B4-BE49-F238E27FC236}">
                <a16:creationId xmlns:a16="http://schemas.microsoft.com/office/drawing/2014/main" id="{26941DB8-3496-DC5E-13C9-69CB950F81BD}"/>
              </a:ext>
            </a:extLst>
          </p:cNvPr>
          <p:cNvSpPr>
            <a:spLocks noGrp="1"/>
          </p:cNvSpPr>
          <p:nvPr>
            <p:ph type="ftr" sz="quarter" idx="11"/>
          </p:nvPr>
        </p:nvSpPr>
        <p:spPr>
          <a:xfrm>
            <a:off x="3121025" y="32918400"/>
            <a:ext cx="15601950" cy="2438400"/>
          </a:xfrm>
        </p:spPr>
        <p:txBody>
          <a:bodyPr/>
          <a:lstStyle>
            <a:lvl1pPr>
              <a:defRPr/>
            </a:lvl1pPr>
          </a:lstStyle>
          <a:p>
            <a:pPr>
              <a:defRPr/>
            </a:pPr>
            <a:endParaRPr lang="en-US"/>
          </a:p>
        </p:txBody>
      </p:sp>
      <p:sp>
        <p:nvSpPr>
          <p:cNvPr id="11" name="Slide Number Placeholder 5">
            <a:extLst>
              <a:ext uri="{FF2B5EF4-FFF2-40B4-BE49-F238E27FC236}">
                <a16:creationId xmlns:a16="http://schemas.microsoft.com/office/drawing/2014/main" id="{4C1CF21B-D239-A7A4-AC8A-0D856F9B4FD4}"/>
              </a:ext>
            </a:extLst>
          </p:cNvPr>
          <p:cNvSpPr>
            <a:spLocks noGrp="1"/>
          </p:cNvSpPr>
          <p:nvPr>
            <p:ph type="sldNum" sz="quarter" idx="12"/>
          </p:nvPr>
        </p:nvSpPr>
        <p:spPr>
          <a:xfrm>
            <a:off x="569913" y="33112075"/>
            <a:ext cx="1784350" cy="2439988"/>
          </a:xfrm>
        </p:spPr>
        <p:txBody>
          <a:bodyPr/>
          <a:lstStyle>
            <a:lvl1pPr>
              <a:defRPr/>
            </a:lvl1pPr>
          </a:lstStyle>
          <a:p>
            <a:pPr>
              <a:defRPr/>
            </a:pPr>
            <a:fld id="{540F4CB6-2672-4441-8ED2-996617DCD6CE}" type="slidenum">
              <a:rPr lang="en-US" altLang="en-US"/>
              <a:pPr>
                <a:defRPr/>
              </a:pPr>
              <a:t>‹#›</a:t>
            </a:fld>
            <a:endParaRPr lang="en-US" altLang="en-US"/>
          </a:p>
        </p:txBody>
      </p:sp>
    </p:spTree>
    <p:extLst>
      <p:ext uri="{BB962C8B-B14F-4D97-AF65-F5344CB8AC3E}">
        <p14:creationId xmlns:p14="http://schemas.microsoft.com/office/powerpoint/2010/main" val="39252327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3566160" y="7721600"/>
            <a:ext cx="14621256" cy="2438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19242405" y="7721600"/>
            <a:ext cx="14621256" cy="2438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13">
            <a:extLst>
              <a:ext uri="{FF2B5EF4-FFF2-40B4-BE49-F238E27FC236}">
                <a16:creationId xmlns:a16="http://schemas.microsoft.com/office/drawing/2014/main" id="{64E96300-E06C-2571-BFB9-3E44F0D43CF3}"/>
              </a:ext>
            </a:extLst>
          </p:cNvPr>
          <p:cNvSpPr>
            <a:spLocks noGrp="1"/>
          </p:cNvSpPr>
          <p:nvPr>
            <p:ph type="dt" sz="half" idx="10"/>
          </p:nvPr>
        </p:nvSpPr>
        <p:spPr/>
        <p:txBody>
          <a:bodyPr/>
          <a:lstStyle>
            <a:lvl1pPr>
              <a:defRPr/>
            </a:lvl1pPr>
          </a:lstStyle>
          <a:p>
            <a:pPr>
              <a:defRPr/>
            </a:pPr>
            <a:fld id="{7FE32578-C1BB-40FF-940A-D22E9C7BDDF2}" type="datetimeFigureOut">
              <a:rPr lang="en-US"/>
              <a:pPr>
                <a:defRPr/>
              </a:pPr>
              <a:t>7/15/2026</a:t>
            </a:fld>
            <a:endParaRPr lang="en-US"/>
          </a:p>
        </p:txBody>
      </p:sp>
      <p:sp>
        <p:nvSpPr>
          <p:cNvPr id="4" name="Footer Placeholder 2">
            <a:extLst>
              <a:ext uri="{FF2B5EF4-FFF2-40B4-BE49-F238E27FC236}">
                <a16:creationId xmlns:a16="http://schemas.microsoft.com/office/drawing/2014/main" id="{11E5AEFB-CB47-C88A-9CEC-F5E668683D67}"/>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22">
            <a:extLst>
              <a:ext uri="{FF2B5EF4-FFF2-40B4-BE49-F238E27FC236}">
                <a16:creationId xmlns:a16="http://schemas.microsoft.com/office/drawing/2014/main" id="{DA7BF03A-E410-3A2D-A513-F8F45B052A8D}"/>
              </a:ext>
            </a:extLst>
          </p:cNvPr>
          <p:cNvSpPr>
            <a:spLocks noGrp="1"/>
          </p:cNvSpPr>
          <p:nvPr>
            <p:ph type="sldNum" sz="quarter" idx="12"/>
          </p:nvPr>
        </p:nvSpPr>
        <p:spPr/>
        <p:txBody>
          <a:bodyPr/>
          <a:lstStyle>
            <a:lvl1pPr>
              <a:defRPr/>
            </a:lvl1pPr>
          </a:lstStyle>
          <a:p>
            <a:pPr>
              <a:defRPr/>
            </a:pPr>
            <a:fld id="{8DD52B18-3502-4010-AE4E-5488D03E7F4D}" type="slidenum">
              <a:rPr lang="en-US" altLang="en-US"/>
              <a:pPr>
                <a:defRPr/>
              </a:pPr>
              <a:t>‹#›</a:t>
            </a:fld>
            <a:endParaRPr lang="en-US" altLang="en-US"/>
          </a:p>
        </p:txBody>
      </p:sp>
    </p:spTree>
    <p:extLst>
      <p:ext uri="{BB962C8B-B14F-4D97-AF65-F5344CB8AC3E}">
        <p14:creationId xmlns:p14="http://schemas.microsoft.com/office/powerpoint/2010/main" val="26404118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566160" y="1456267"/>
            <a:ext cx="30312360" cy="6096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566160" y="7721600"/>
            <a:ext cx="14561820" cy="4064000"/>
          </a:xfrm>
          <a:noFill/>
          <a:ln w="12700" cap="sq" cmpd="sng" algn="ctr">
            <a:noFill/>
            <a:prstDash val="solid"/>
          </a:ln>
        </p:spPr>
        <p:txBody>
          <a:bodyPr anchor="b">
            <a:noAutofit/>
          </a:bodyPr>
          <a:lstStyle>
            <a:lvl1pPr marL="0" indent="0">
              <a:buNone/>
              <a:defRPr sz="10700" b="1">
                <a:solidFill>
                  <a:schemeClr val="accent1"/>
                </a:solidFill>
                <a:latin typeface="+mj-lt"/>
                <a:ea typeface="+mj-ea"/>
                <a:cs typeface="+mj-cs"/>
              </a:defRPr>
            </a:lvl1pPr>
            <a:lvl2pPr>
              <a:buNone/>
              <a:defRPr sz="8900" b="1"/>
            </a:lvl2pPr>
            <a:lvl3pPr>
              <a:buNone/>
              <a:defRPr sz="8000" b="1"/>
            </a:lvl3pPr>
            <a:lvl4pPr>
              <a:buNone/>
              <a:defRPr sz="7100" b="1"/>
            </a:lvl4pPr>
            <a:lvl5pPr>
              <a:buNone/>
              <a:defRPr sz="7100" b="1"/>
            </a:lvl5pPr>
          </a:lstStyle>
          <a:p>
            <a:pPr lvl="0"/>
            <a:r>
              <a:rPr lang="en-US"/>
              <a:t>Click to edit Master text styles</a:t>
            </a:r>
          </a:p>
        </p:txBody>
      </p:sp>
      <p:sp>
        <p:nvSpPr>
          <p:cNvPr id="4" name="Text Placeholder 3"/>
          <p:cNvSpPr>
            <a:spLocks noGrp="1"/>
          </p:cNvSpPr>
          <p:nvPr>
            <p:ph type="body" sz="half" idx="3"/>
          </p:nvPr>
        </p:nvSpPr>
        <p:spPr>
          <a:xfrm>
            <a:off x="19316700" y="7721600"/>
            <a:ext cx="14561820" cy="4064000"/>
          </a:xfrm>
          <a:noFill/>
          <a:ln w="12700" cap="sq" cmpd="sng" algn="ctr">
            <a:noFill/>
            <a:prstDash val="solid"/>
          </a:ln>
        </p:spPr>
        <p:txBody>
          <a:bodyPr anchor="b">
            <a:noAutofit/>
          </a:bodyPr>
          <a:lstStyle>
            <a:lvl1pPr marL="0" indent="0">
              <a:buNone/>
              <a:defRPr sz="10700" b="1">
                <a:solidFill>
                  <a:schemeClr val="accent1"/>
                </a:solidFill>
                <a:latin typeface="+mj-lt"/>
                <a:ea typeface="+mj-ea"/>
                <a:cs typeface="+mj-cs"/>
              </a:defRPr>
            </a:lvl1pPr>
            <a:lvl2pPr>
              <a:buNone/>
              <a:defRPr sz="8900" b="1"/>
            </a:lvl2pPr>
            <a:lvl3pPr>
              <a:buNone/>
              <a:defRPr sz="8000" b="1"/>
            </a:lvl3pPr>
            <a:lvl4pPr>
              <a:buNone/>
              <a:defRPr sz="7100" b="1"/>
            </a:lvl4pPr>
            <a:lvl5pPr>
              <a:buNone/>
              <a:defRPr sz="7100" b="1"/>
            </a:lvl5pPr>
          </a:lstStyle>
          <a:p>
            <a:pPr lvl="0"/>
            <a:r>
              <a:rPr lang="en-US"/>
              <a:t>Click to edit Master text styles</a:t>
            </a:r>
          </a:p>
        </p:txBody>
      </p:sp>
      <p:sp>
        <p:nvSpPr>
          <p:cNvPr id="11" name="Content Placeholder 10"/>
          <p:cNvSpPr>
            <a:spLocks noGrp="1"/>
          </p:cNvSpPr>
          <p:nvPr>
            <p:ph sz="half" idx="2"/>
          </p:nvPr>
        </p:nvSpPr>
        <p:spPr>
          <a:xfrm>
            <a:off x="3566160" y="11988800"/>
            <a:ext cx="14561820" cy="2072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half" idx="4"/>
          </p:nvPr>
        </p:nvSpPr>
        <p:spPr>
          <a:xfrm>
            <a:off x="19316700" y="11988800"/>
            <a:ext cx="14561820" cy="2072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a:extLst>
              <a:ext uri="{FF2B5EF4-FFF2-40B4-BE49-F238E27FC236}">
                <a16:creationId xmlns:a16="http://schemas.microsoft.com/office/drawing/2014/main" id="{B38E5E5A-C222-5FE8-8904-9FDFD7BA3BD6}"/>
              </a:ext>
            </a:extLst>
          </p:cNvPr>
          <p:cNvSpPr>
            <a:spLocks noGrp="1"/>
          </p:cNvSpPr>
          <p:nvPr>
            <p:ph type="dt" sz="half" idx="10"/>
          </p:nvPr>
        </p:nvSpPr>
        <p:spPr/>
        <p:txBody>
          <a:bodyPr/>
          <a:lstStyle>
            <a:lvl1pPr>
              <a:defRPr/>
            </a:lvl1pPr>
          </a:lstStyle>
          <a:p>
            <a:pPr>
              <a:defRPr/>
            </a:pPr>
            <a:fld id="{5219CA21-EBF3-46D0-A411-6D9FA9FAE3FA}" type="datetimeFigureOut">
              <a:rPr lang="en-US"/>
              <a:pPr>
                <a:defRPr/>
              </a:pPr>
              <a:t>7/15/2026</a:t>
            </a:fld>
            <a:endParaRPr lang="en-US"/>
          </a:p>
        </p:txBody>
      </p:sp>
      <p:sp>
        <p:nvSpPr>
          <p:cNvPr id="6" name="Footer Placeholder 2">
            <a:extLst>
              <a:ext uri="{FF2B5EF4-FFF2-40B4-BE49-F238E27FC236}">
                <a16:creationId xmlns:a16="http://schemas.microsoft.com/office/drawing/2014/main" id="{825F8DBA-9AC3-A1FE-EC47-5E40FF19A0E6}"/>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22">
            <a:extLst>
              <a:ext uri="{FF2B5EF4-FFF2-40B4-BE49-F238E27FC236}">
                <a16:creationId xmlns:a16="http://schemas.microsoft.com/office/drawing/2014/main" id="{F2290552-FF3E-97BB-C904-5A109207860A}"/>
              </a:ext>
            </a:extLst>
          </p:cNvPr>
          <p:cNvSpPr>
            <a:spLocks noGrp="1"/>
          </p:cNvSpPr>
          <p:nvPr>
            <p:ph type="sldNum" sz="quarter" idx="12"/>
          </p:nvPr>
        </p:nvSpPr>
        <p:spPr/>
        <p:txBody>
          <a:bodyPr/>
          <a:lstStyle>
            <a:lvl1pPr>
              <a:defRPr/>
            </a:lvl1pPr>
          </a:lstStyle>
          <a:p>
            <a:pPr>
              <a:defRPr/>
            </a:pPr>
            <a:fld id="{9A14A6DB-388A-4FDB-8968-C5FC4D46FCE6}" type="slidenum">
              <a:rPr lang="en-US" altLang="en-US"/>
              <a:pPr>
                <a:defRPr/>
              </a:pPr>
              <a:t>‹#›</a:t>
            </a:fld>
            <a:endParaRPr lang="en-US" altLang="en-US"/>
          </a:p>
        </p:txBody>
      </p:sp>
    </p:spTree>
    <p:extLst>
      <p:ext uri="{BB962C8B-B14F-4D97-AF65-F5344CB8AC3E}">
        <p14:creationId xmlns:p14="http://schemas.microsoft.com/office/powerpoint/2010/main" val="28457773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3">
            <a:extLst>
              <a:ext uri="{FF2B5EF4-FFF2-40B4-BE49-F238E27FC236}">
                <a16:creationId xmlns:a16="http://schemas.microsoft.com/office/drawing/2014/main" id="{9A060CA8-BCA8-43A6-0443-4EB038F05089}"/>
              </a:ext>
            </a:extLst>
          </p:cNvPr>
          <p:cNvSpPr>
            <a:spLocks noGrp="1"/>
          </p:cNvSpPr>
          <p:nvPr>
            <p:ph type="dt" sz="half" idx="10"/>
          </p:nvPr>
        </p:nvSpPr>
        <p:spPr/>
        <p:txBody>
          <a:bodyPr/>
          <a:lstStyle>
            <a:lvl1pPr>
              <a:defRPr/>
            </a:lvl1pPr>
          </a:lstStyle>
          <a:p>
            <a:pPr>
              <a:defRPr/>
            </a:pPr>
            <a:fld id="{1442077A-7431-46B1-90F6-BF087A0A8CD2}" type="datetimeFigureOut">
              <a:rPr lang="en-US"/>
              <a:pPr>
                <a:defRPr/>
              </a:pPr>
              <a:t>7/15/2026</a:t>
            </a:fld>
            <a:endParaRPr lang="en-US"/>
          </a:p>
        </p:txBody>
      </p:sp>
      <p:sp>
        <p:nvSpPr>
          <p:cNvPr id="4" name="Footer Placeholder 2">
            <a:extLst>
              <a:ext uri="{FF2B5EF4-FFF2-40B4-BE49-F238E27FC236}">
                <a16:creationId xmlns:a16="http://schemas.microsoft.com/office/drawing/2014/main" id="{6F98B065-FB12-DD1C-5DD8-7EDC47B2D138}"/>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22">
            <a:extLst>
              <a:ext uri="{FF2B5EF4-FFF2-40B4-BE49-F238E27FC236}">
                <a16:creationId xmlns:a16="http://schemas.microsoft.com/office/drawing/2014/main" id="{435B82B6-CB79-CB05-4829-2C0FD91FDECC}"/>
              </a:ext>
            </a:extLst>
          </p:cNvPr>
          <p:cNvSpPr>
            <a:spLocks noGrp="1"/>
          </p:cNvSpPr>
          <p:nvPr>
            <p:ph type="sldNum" sz="quarter" idx="12"/>
          </p:nvPr>
        </p:nvSpPr>
        <p:spPr/>
        <p:txBody>
          <a:bodyPr/>
          <a:lstStyle>
            <a:lvl1pPr>
              <a:defRPr/>
            </a:lvl1pPr>
          </a:lstStyle>
          <a:p>
            <a:pPr>
              <a:defRPr/>
            </a:pPr>
            <a:fld id="{A5E966F0-FEE3-4FAF-A1AB-F1F27F884AD4}" type="slidenum">
              <a:rPr lang="en-US" altLang="en-US"/>
              <a:pPr>
                <a:defRPr/>
              </a:pPr>
              <a:t>‹#›</a:t>
            </a:fld>
            <a:endParaRPr lang="en-US" altLang="en-US"/>
          </a:p>
        </p:txBody>
      </p:sp>
    </p:spTree>
    <p:extLst>
      <p:ext uri="{BB962C8B-B14F-4D97-AF65-F5344CB8AC3E}">
        <p14:creationId xmlns:p14="http://schemas.microsoft.com/office/powerpoint/2010/main" val="3072922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a:extLst>
              <a:ext uri="{FF2B5EF4-FFF2-40B4-BE49-F238E27FC236}">
                <a16:creationId xmlns:a16="http://schemas.microsoft.com/office/drawing/2014/main" id="{F69C4F02-B338-5A3B-BBCE-B722A037CE7F}"/>
              </a:ext>
            </a:extLst>
          </p:cNvPr>
          <p:cNvSpPr>
            <a:spLocks noGrp="1"/>
          </p:cNvSpPr>
          <p:nvPr>
            <p:ph type="dt" sz="half" idx="10"/>
          </p:nvPr>
        </p:nvSpPr>
        <p:spPr/>
        <p:txBody>
          <a:bodyPr/>
          <a:lstStyle>
            <a:lvl1pPr>
              <a:defRPr/>
            </a:lvl1pPr>
          </a:lstStyle>
          <a:p>
            <a:pPr>
              <a:defRPr/>
            </a:pPr>
            <a:fld id="{5ABE14AA-0F05-4D2E-88E7-8ECBA8442030}" type="datetimeFigureOut">
              <a:rPr lang="en-US"/>
              <a:pPr>
                <a:defRPr/>
              </a:pPr>
              <a:t>7/15/2026</a:t>
            </a:fld>
            <a:endParaRPr lang="en-US"/>
          </a:p>
        </p:txBody>
      </p:sp>
      <p:sp>
        <p:nvSpPr>
          <p:cNvPr id="3" name="Footer Placeholder 2">
            <a:extLst>
              <a:ext uri="{FF2B5EF4-FFF2-40B4-BE49-F238E27FC236}">
                <a16:creationId xmlns:a16="http://schemas.microsoft.com/office/drawing/2014/main" id="{6394A963-EA96-3E57-7455-FE38A6FFE39C}"/>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22">
            <a:extLst>
              <a:ext uri="{FF2B5EF4-FFF2-40B4-BE49-F238E27FC236}">
                <a16:creationId xmlns:a16="http://schemas.microsoft.com/office/drawing/2014/main" id="{3E3A27A4-2FC2-A907-7984-11215615DF7E}"/>
              </a:ext>
            </a:extLst>
          </p:cNvPr>
          <p:cNvSpPr>
            <a:spLocks noGrp="1"/>
          </p:cNvSpPr>
          <p:nvPr>
            <p:ph type="sldNum" sz="quarter" idx="12"/>
          </p:nvPr>
        </p:nvSpPr>
        <p:spPr/>
        <p:txBody>
          <a:bodyPr/>
          <a:lstStyle>
            <a:lvl1pPr>
              <a:defRPr/>
            </a:lvl1pPr>
          </a:lstStyle>
          <a:p>
            <a:pPr>
              <a:defRPr/>
            </a:pPr>
            <a:fld id="{9EC10A47-D295-46CF-9370-2E199708B2DC}" type="slidenum">
              <a:rPr lang="en-US" altLang="en-US"/>
              <a:pPr>
                <a:defRPr/>
              </a:pPr>
              <a:t>‹#›</a:t>
            </a:fld>
            <a:endParaRPr lang="en-US" altLang="en-US"/>
          </a:p>
        </p:txBody>
      </p:sp>
    </p:spTree>
    <p:extLst>
      <p:ext uri="{BB962C8B-B14F-4D97-AF65-F5344CB8AC3E}">
        <p14:creationId xmlns:p14="http://schemas.microsoft.com/office/powerpoint/2010/main" val="20534913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DDA2DE8-7AA9-04DB-EBF8-0C7A4C1D911F}"/>
              </a:ext>
            </a:extLst>
          </p:cNvPr>
          <p:cNvSpPr/>
          <p:nvPr/>
        </p:nvSpPr>
        <p:spPr>
          <a:xfrm>
            <a:off x="0" y="0"/>
            <a:ext cx="35661600" cy="36576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lIns="407530" tIns="203765" rIns="407530" bIns="203765" anchor="ctr"/>
          <a:lstStyle/>
          <a:p>
            <a:pPr algn="ctr" defTabSz="4075298" eaLnBrk="1" fontAlgn="auto" hangingPunct="1">
              <a:spcBef>
                <a:spcPts val="0"/>
              </a:spcBef>
              <a:spcAft>
                <a:spcPts val="0"/>
              </a:spcAft>
              <a:defRPr/>
            </a:pPr>
            <a:endParaRPr lang="en-US"/>
          </a:p>
        </p:txBody>
      </p:sp>
      <p:sp useBgFill="1">
        <p:nvSpPr>
          <p:cNvPr id="5" name="Rounded Rectangle 10">
            <a:extLst>
              <a:ext uri="{FF2B5EF4-FFF2-40B4-BE49-F238E27FC236}">
                <a16:creationId xmlns:a16="http://schemas.microsoft.com/office/drawing/2014/main" id="{F2100A62-0714-4C5B-C08D-90628894F6AC}"/>
              </a:ext>
            </a:extLst>
          </p:cNvPr>
          <p:cNvSpPr/>
          <p:nvPr/>
        </p:nvSpPr>
        <p:spPr>
          <a:xfrm>
            <a:off x="249238" y="371475"/>
            <a:ext cx="35152012" cy="356981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lIns="407530" tIns="203765" rIns="407530" bIns="203765" anchor="ctr"/>
          <a:lstStyle/>
          <a:p>
            <a:pPr algn="ctr" defTabSz="4075298" eaLnBrk="1" fontAlgn="auto" hangingPunct="1">
              <a:spcBef>
                <a:spcPts val="0"/>
              </a:spcBef>
              <a:spcAft>
                <a:spcPts val="0"/>
              </a:spcAft>
              <a:defRPr/>
            </a:pPr>
            <a:endParaRPr lang="en-US"/>
          </a:p>
        </p:txBody>
      </p:sp>
      <p:sp>
        <p:nvSpPr>
          <p:cNvPr id="2" name="Title 1"/>
          <p:cNvSpPr>
            <a:spLocks noGrp="1"/>
          </p:cNvSpPr>
          <p:nvPr>
            <p:ph type="title"/>
          </p:nvPr>
        </p:nvSpPr>
        <p:spPr>
          <a:xfrm>
            <a:off x="3566160" y="1456267"/>
            <a:ext cx="30312360" cy="6096000"/>
          </a:xfrm>
        </p:spPr>
        <p:txBody>
          <a:bodyPr/>
          <a:lstStyle>
            <a:lvl1pPr algn="l">
              <a:buNone/>
              <a:defRPr sz="17800" b="0"/>
            </a:lvl1pPr>
          </a:lstStyle>
          <a:p>
            <a:r>
              <a:rPr lang="en-US"/>
              <a:t>Click to edit Master title style</a:t>
            </a:r>
          </a:p>
        </p:txBody>
      </p:sp>
      <p:sp>
        <p:nvSpPr>
          <p:cNvPr id="3" name="Text Placeholder 2"/>
          <p:cNvSpPr>
            <a:spLocks noGrp="1"/>
          </p:cNvSpPr>
          <p:nvPr>
            <p:ph type="body" idx="2"/>
          </p:nvPr>
        </p:nvSpPr>
        <p:spPr>
          <a:xfrm>
            <a:off x="3566160" y="8534400"/>
            <a:ext cx="7429500" cy="23977600"/>
          </a:xfrm>
        </p:spPr>
        <p:txBody>
          <a:bodyPr/>
          <a:lstStyle>
            <a:lvl1pPr marL="0" indent="0">
              <a:buNone/>
              <a:defRPr sz="8000"/>
            </a:lvl1pPr>
            <a:lvl2pPr>
              <a:buNone/>
              <a:defRPr sz="5300"/>
            </a:lvl2pPr>
            <a:lvl3pPr>
              <a:buNone/>
              <a:defRPr sz="4500"/>
            </a:lvl3pPr>
            <a:lvl4pPr>
              <a:buNone/>
              <a:defRPr sz="4000"/>
            </a:lvl4pPr>
            <a:lvl5pPr>
              <a:buNone/>
              <a:defRPr sz="4000"/>
            </a:lvl5pPr>
          </a:lstStyle>
          <a:p>
            <a:pPr lvl="0"/>
            <a:r>
              <a:rPr lang="en-US"/>
              <a:t>Click to edit Master text styles</a:t>
            </a:r>
          </a:p>
        </p:txBody>
      </p:sp>
      <p:sp>
        <p:nvSpPr>
          <p:cNvPr id="11" name="Content Placeholder 10"/>
          <p:cNvSpPr>
            <a:spLocks noGrp="1"/>
          </p:cNvSpPr>
          <p:nvPr>
            <p:ph sz="quarter" idx="1"/>
          </p:nvPr>
        </p:nvSpPr>
        <p:spPr>
          <a:xfrm>
            <a:off x="11590020" y="8534400"/>
            <a:ext cx="22288500" cy="23977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a:extLst>
              <a:ext uri="{FF2B5EF4-FFF2-40B4-BE49-F238E27FC236}">
                <a16:creationId xmlns:a16="http://schemas.microsoft.com/office/drawing/2014/main" id="{7AA4C4DA-03E0-65FB-7D80-F1C5A3879C13}"/>
              </a:ext>
            </a:extLst>
          </p:cNvPr>
          <p:cNvSpPr>
            <a:spLocks noGrp="1"/>
          </p:cNvSpPr>
          <p:nvPr>
            <p:ph type="dt" sz="half" idx="10"/>
          </p:nvPr>
        </p:nvSpPr>
        <p:spPr/>
        <p:txBody>
          <a:bodyPr/>
          <a:lstStyle>
            <a:lvl1pPr>
              <a:defRPr/>
            </a:lvl1pPr>
          </a:lstStyle>
          <a:p>
            <a:pPr>
              <a:defRPr/>
            </a:pPr>
            <a:fld id="{D99E8622-8A13-4AD3-A5A3-E4AA82310A8B}" type="datetimeFigureOut">
              <a:rPr lang="en-US"/>
              <a:pPr>
                <a:defRPr/>
              </a:pPr>
              <a:t>7/15/2026</a:t>
            </a:fld>
            <a:endParaRPr lang="en-US"/>
          </a:p>
        </p:txBody>
      </p:sp>
      <p:sp>
        <p:nvSpPr>
          <p:cNvPr id="7" name="Footer Placeholder 5">
            <a:extLst>
              <a:ext uri="{FF2B5EF4-FFF2-40B4-BE49-F238E27FC236}">
                <a16:creationId xmlns:a16="http://schemas.microsoft.com/office/drawing/2014/main" id="{17BEE557-FA02-9513-BFA5-E14DFC22DB25}"/>
              </a:ext>
            </a:extLst>
          </p:cNvPr>
          <p:cNvSpPr>
            <a:spLocks noGrp="1"/>
          </p:cNvSpPr>
          <p:nvPr>
            <p:ph type="ftr" sz="quarter" idx="11"/>
          </p:nvPr>
        </p:nvSpPr>
        <p:spPr/>
        <p:txBody>
          <a:bodyPr/>
          <a:lstStyle>
            <a:lvl1pPr>
              <a:defRPr/>
            </a:lvl1pPr>
          </a:lstStyle>
          <a:p>
            <a:pPr>
              <a:defRPr/>
            </a:pPr>
            <a:endParaRPr lang="en-US"/>
          </a:p>
        </p:txBody>
      </p:sp>
      <p:sp>
        <p:nvSpPr>
          <p:cNvPr id="8" name="Slide Number Placeholder 6">
            <a:extLst>
              <a:ext uri="{FF2B5EF4-FFF2-40B4-BE49-F238E27FC236}">
                <a16:creationId xmlns:a16="http://schemas.microsoft.com/office/drawing/2014/main" id="{87B4C6E4-C5CE-910D-8655-F8B3B2773F17}"/>
              </a:ext>
            </a:extLst>
          </p:cNvPr>
          <p:cNvSpPr>
            <a:spLocks noGrp="1"/>
          </p:cNvSpPr>
          <p:nvPr>
            <p:ph type="sldNum" sz="quarter" idx="12"/>
          </p:nvPr>
        </p:nvSpPr>
        <p:spPr/>
        <p:txBody>
          <a:bodyPr/>
          <a:lstStyle>
            <a:lvl1pPr>
              <a:defRPr/>
            </a:lvl1pPr>
          </a:lstStyle>
          <a:p>
            <a:pPr>
              <a:defRPr/>
            </a:pPr>
            <a:fld id="{DAC1517D-83FC-4981-BE9F-2F629253F4FE}" type="slidenum">
              <a:rPr lang="en-US" altLang="en-US"/>
              <a:pPr>
                <a:defRPr/>
              </a:pPr>
              <a:t>‹#›</a:t>
            </a:fld>
            <a:endParaRPr lang="en-US" altLang="en-US"/>
          </a:p>
        </p:txBody>
      </p:sp>
    </p:spTree>
    <p:extLst>
      <p:ext uri="{BB962C8B-B14F-4D97-AF65-F5344CB8AC3E}">
        <p14:creationId xmlns:p14="http://schemas.microsoft.com/office/powerpoint/2010/main" val="1819358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8B72516-14A3-804B-33CD-155032934800}"/>
              </a:ext>
            </a:extLst>
          </p:cNvPr>
          <p:cNvSpPr/>
          <p:nvPr/>
        </p:nvSpPr>
        <p:spPr>
          <a:xfrm flipV="1">
            <a:off x="266700" y="24977725"/>
            <a:ext cx="35126613" cy="48895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lIns="407530" tIns="203765" rIns="407530" bIns="203765" anchor="ctr"/>
          <a:lstStyle/>
          <a:p>
            <a:pPr algn="ctr" defTabSz="4075298"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252D88CF-6AD6-58FC-D06F-3398B24F27BC}"/>
              </a:ext>
            </a:extLst>
          </p:cNvPr>
          <p:cNvSpPr/>
          <p:nvPr/>
        </p:nvSpPr>
        <p:spPr>
          <a:xfrm>
            <a:off x="266700" y="24803100"/>
            <a:ext cx="35126613" cy="242888"/>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lIns="407530" tIns="203765" rIns="407530" bIns="203765" anchor="ctr"/>
          <a:lstStyle/>
          <a:p>
            <a:pPr algn="ctr" defTabSz="4075298"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B693BEA8-98C6-4EE0-50DF-5D7A82ADC7A5}"/>
              </a:ext>
            </a:extLst>
          </p:cNvPr>
          <p:cNvSpPr/>
          <p:nvPr/>
        </p:nvSpPr>
        <p:spPr>
          <a:xfrm>
            <a:off x="266700" y="25457150"/>
            <a:ext cx="35126613" cy="26035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lIns="407530" tIns="203765" rIns="407530" bIns="203765" anchor="ctr"/>
          <a:lstStyle/>
          <a:p>
            <a:pPr algn="ctr" defTabSz="4075298" eaLnBrk="1" fontAlgn="auto" hangingPunct="1">
              <a:spcBef>
                <a:spcPts val="0"/>
              </a:spcBef>
              <a:spcAft>
                <a:spcPts val="0"/>
              </a:spcAft>
              <a:defRPr/>
            </a:pPr>
            <a:endParaRPr lang="en-US"/>
          </a:p>
        </p:txBody>
      </p:sp>
      <p:sp>
        <p:nvSpPr>
          <p:cNvPr id="2" name="Title 1"/>
          <p:cNvSpPr>
            <a:spLocks noGrp="1"/>
          </p:cNvSpPr>
          <p:nvPr>
            <p:ph type="title"/>
          </p:nvPr>
        </p:nvSpPr>
        <p:spPr>
          <a:xfrm>
            <a:off x="3566160" y="26136266"/>
            <a:ext cx="28529280" cy="2785536"/>
          </a:xfrm>
        </p:spPr>
        <p:txBody>
          <a:bodyPr anchor="ctr">
            <a:noAutofit/>
          </a:bodyPr>
          <a:lstStyle>
            <a:lvl1pPr algn="l">
              <a:buNone/>
              <a:defRPr sz="12500" b="0"/>
            </a:lvl1pPr>
          </a:lstStyle>
          <a:p>
            <a:r>
              <a:rPr lang="en-US"/>
              <a:t>Click to edit Master title style</a:t>
            </a:r>
          </a:p>
        </p:txBody>
      </p:sp>
      <p:sp>
        <p:nvSpPr>
          <p:cNvPr id="4" name="Text Placeholder 3"/>
          <p:cNvSpPr>
            <a:spLocks noGrp="1"/>
          </p:cNvSpPr>
          <p:nvPr>
            <p:ph type="body" sz="half" idx="2"/>
          </p:nvPr>
        </p:nvSpPr>
        <p:spPr>
          <a:xfrm>
            <a:off x="3566160" y="29044400"/>
            <a:ext cx="28529280" cy="3657600"/>
          </a:xfrm>
        </p:spPr>
        <p:txBody>
          <a:bodyPr/>
          <a:lstStyle>
            <a:lvl1pPr marL="0" indent="0">
              <a:buFontTx/>
              <a:buNone/>
              <a:defRPr sz="7100"/>
            </a:lvl1pPr>
            <a:lvl2pPr>
              <a:defRPr sz="5300"/>
            </a:lvl2pPr>
            <a:lvl3pPr>
              <a:defRPr sz="4500"/>
            </a:lvl3pPr>
            <a:lvl4pPr>
              <a:defRPr sz="4000"/>
            </a:lvl4pPr>
            <a:lvl5pPr>
              <a:defRPr sz="4000"/>
            </a:lvl5pPr>
          </a:lstStyle>
          <a:p>
            <a:pPr lvl="0"/>
            <a:r>
              <a:rPr lang="en-US"/>
              <a:t>Click to edit Master text styles</a:t>
            </a:r>
          </a:p>
        </p:txBody>
      </p:sp>
      <p:sp>
        <p:nvSpPr>
          <p:cNvPr id="3" name="Picture Placeholder 2"/>
          <p:cNvSpPr>
            <a:spLocks noGrp="1"/>
          </p:cNvSpPr>
          <p:nvPr>
            <p:ph type="pic" idx="1"/>
          </p:nvPr>
        </p:nvSpPr>
        <p:spPr>
          <a:xfrm>
            <a:off x="266405" y="355602"/>
            <a:ext cx="35107305" cy="24434800"/>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14300"/>
            </a:lvl1pPr>
          </a:lstStyle>
          <a:p>
            <a:pPr lvl="0"/>
            <a:r>
              <a:rPr lang="en-US" noProof="0"/>
              <a:t>Click icon to add picture</a:t>
            </a:r>
            <a:endParaRPr lang="en-US" noProof="0" dirty="0"/>
          </a:p>
        </p:txBody>
      </p:sp>
      <p:sp>
        <p:nvSpPr>
          <p:cNvPr id="8" name="Date Placeholder 4">
            <a:extLst>
              <a:ext uri="{FF2B5EF4-FFF2-40B4-BE49-F238E27FC236}">
                <a16:creationId xmlns:a16="http://schemas.microsoft.com/office/drawing/2014/main" id="{317FCB91-C798-DB86-CBDD-DF34D8601B09}"/>
              </a:ext>
            </a:extLst>
          </p:cNvPr>
          <p:cNvSpPr>
            <a:spLocks noGrp="1"/>
          </p:cNvSpPr>
          <p:nvPr>
            <p:ph type="dt" sz="half" idx="10"/>
          </p:nvPr>
        </p:nvSpPr>
        <p:spPr/>
        <p:txBody>
          <a:bodyPr/>
          <a:lstStyle>
            <a:lvl1pPr>
              <a:defRPr/>
            </a:lvl1pPr>
          </a:lstStyle>
          <a:p>
            <a:pPr>
              <a:defRPr/>
            </a:pPr>
            <a:fld id="{DEC8B8A2-1E5B-4F98-953C-68EE02D7A274}" type="datetimeFigureOut">
              <a:rPr lang="en-US"/>
              <a:pPr>
                <a:defRPr/>
              </a:pPr>
              <a:t>7/15/2026</a:t>
            </a:fld>
            <a:endParaRPr lang="en-US"/>
          </a:p>
        </p:txBody>
      </p:sp>
      <p:sp>
        <p:nvSpPr>
          <p:cNvPr id="9" name="Footer Placeholder 5">
            <a:extLst>
              <a:ext uri="{FF2B5EF4-FFF2-40B4-BE49-F238E27FC236}">
                <a16:creationId xmlns:a16="http://schemas.microsoft.com/office/drawing/2014/main" id="{BB0FA9E4-C423-701A-822C-DF3943F7053D}"/>
              </a:ext>
            </a:extLst>
          </p:cNvPr>
          <p:cNvSpPr>
            <a:spLocks noGrp="1"/>
          </p:cNvSpPr>
          <p:nvPr>
            <p:ph type="ftr" sz="quarter" idx="11"/>
          </p:nvPr>
        </p:nvSpPr>
        <p:spPr>
          <a:xfrm>
            <a:off x="3565525" y="32918400"/>
            <a:ext cx="15157450" cy="2438400"/>
          </a:xfrm>
        </p:spPr>
        <p:txBody>
          <a:bodyPr/>
          <a:lstStyle>
            <a:lvl1pPr>
              <a:defRPr/>
            </a:lvl1pPr>
          </a:lstStyle>
          <a:p>
            <a:pPr>
              <a:defRPr/>
            </a:pPr>
            <a:endParaRPr lang="en-US"/>
          </a:p>
        </p:txBody>
      </p:sp>
      <p:sp>
        <p:nvSpPr>
          <p:cNvPr id="10" name="Slide Number Placeholder 6">
            <a:extLst>
              <a:ext uri="{FF2B5EF4-FFF2-40B4-BE49-F238E27FC236}">
                <a16:creationId xmlns:a16="http://schemas.microsoft.com/office/drawing/2014/main" id="{DCC8BE0F-FF90-F917-3761-153B5E4741F6}"/>
              </a:ext>
            </a:extLst>
          </p:cNvPr>
          <p:cNvSpPr>
            <a:spLocks noGrp="1"/>
          </p:cNvSpPr>
          <p:nvPr>
            <p:ph type="sldNum" sz="quarter" idx="12"/>
          </p:nvPr>
        </p:nvSpPr>
        <p:spPr>
          <a:xfrm>
            <a:off x="569913" y="33112075"/>
            <a:ext cx="1784350" cy="2439988"/>
          </a:xfrm>
        </p:spPr>
        <p:txBody>
          <a:bodyPr/>
          <a:lstStyle>
            <a:lvl1pPr>
              <a:defRPr/>
            </a:lvl1pPr>
          </a:lstStyle>
          <a:p>
            <a:pPr>
              <a:defRPr/>
            </a:pPr>
            <a:fld id="{7F32FA2B-5A55-4F88-B9AD-E297A3CD4BDD}" type="slidenum">
              <a:rPr lang="en-US" altLang="en-US"/>
              <a:pPr>
                <a:defRPr/>
              </a:pPr>
              <a:t>‹#›</a:t>
            </a:fld>
            <a:endParaRPr lang="en-US" altLang="en-US"/>
          </a:p>
        </p:txBody>
      </p:sp>
    </p:spTree>
    <p:extLst>
      <p:ext uri="{BB962C8B-B14F-4D97-AF65-F5344CB8AC3E}">
        <p14:creationId xmlns:p14="http://schemas.microsoft.com/office/powerpoint/2010/main" val="4138649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363ED45E-5C65-3070-DACD-5BB883DD3AC0}"/>
              </a:ext>
            </a:extLst>
          </p:cNvPr>
          <p:cNvSpPr>
            <a:spLocks noGrp="1"/>
          </p:cNvSpPr>
          <p:nvPr>
            <p:ph type="dt" sz="half" idx="10"/>
          </p:nvPr>
        </p:nvSpPr>
        <p:spPr/>
        <p:txBody>
          <a:bodyPr/>
          <a:lstStyle>
            <a:lvl1pPr>
              <a:defRPr/>
            </a:lvl1pPr>
          </a:lstStyle>
          <a:p>
            <a:pPr>
              <a:defRPr/>
            </a:pPr>
            <a:fld id="{FF41FEF4-AA9A-447D-B55E-D88428B1F47D}" type="datetimeFigureOut">
              <a:rPr lang="en-US"/>
              <a:pPr>
                <a:defRPr/>
              </a:pPr>
              <a:t>7/15/2026</a:t>
            </a:fld>
            <a:endParaRPr lang="en-US"/>
          </a:p>
        </p:txBody>
      </p:sp>
      <p:sp>
        <p:nvSpPr>
          <p:cNvPr id="5" name="Footer Placeholder 2">
            <a:extLst>
              <a:ext uri="{FF2B5EF4-FFF2-40B4-BE49-F238E27FC236}">
                <a16:creationId xmlns:a16="http://schemas.microsoft.com/office/drawing/2014/main" id="{F6BC09E9-9CBC-077F-EB30-F457F5BB8B40}"/>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22">
            <a:extLst>
              <a:ext uri="{FF2B5EF4-FFF2-40B4-BE49-F238E27FC236}">
                <a16:creationId xmlns:a16="http://schemas.microsoft.com/office/drawing/2014/main" id="{48708767-1F17-82AB-B503-5E71FABD6F69}"/>
              </a:ext>
            </a:extLst>
          </p:cNvPr>
          <p:cNvSpPr>
            <a:spLocks noGrp="1"/>
          </p:cNvSpPr>
          <p:nvPr>
            <p:ph type="sldNum" sz="quarter" idx="12"/>
          </p:nvPr>
        </p:nvSpPr>
        <p:spPr/>
        <p:txBody>
          <a:bodyPr/>
          <a:lstStyle>
            <a:lvl1pPr>
              <a:defRPr/>
            </a:lvl1pPr>
          </a:lstStyle>
          <a:p>
            <a:pPr>
              <a:defRPr/>
            </a:pPr>
            <a:fld id="{A3EDBAE0-D6BB-496E-9392-5F662BC3C029}" type="slidenum">
              <a:rPr lang="en-US" altLang="en-US"/>
              <a:pPr>
                <a:defRPr/>
              </a:pPr>
              <a:t>‹#›</a:t>
            </a:fld>
            <a:endParaRPr lang="en-US" altLang="en-US"/>
          </a:p>
        </p:txBody>
      </p:sp>
    </p:spTree>
    <p:extLst>
      <p:ext uri="{BB962C8B-B14F-4D97-AF65-F5344CB8AC3E}">
        <p14:creationId xmlns:p14="http://schemas.microsoft.com/office/powerpoint/2010/main" val="33175040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5854660" y="1464755"/>
            <a:ext cx="7845552" cy="3120813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566160" y="1464751"/>
            <a:ext cx="21694140" cy="31208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3E05F06B-DC0C-13A8-44B1-A223C51659D1}"/>
              </a:ext>
            </a:extLst>
          </p:cNvPr>
          <p:cNvSpPr>
            <a:spLocks noGrp="1"/>
          </p:cNvSpPr>
          <p:nvPr>
            <p:ph type="dt" sz="half" idx="10"/>
          </p:nvPr>
        </p:nvSpPr>
        <p:spPr/>
        <p:txBody>
          <a:bodyPr/>
          <a:lstStyle>
            <a:lvl1pPr>
              <a:defRPr/>
            </a:lvl1pPr>
          </a:lstStyle>
          <a:p>
            <a:pPr>
              <a:defRPr/>
            </a:pPr>
            <a:fld id="{E9129A02-F468-4DB7-B9DB-77F975A1ACFE}" type="datetimeFigureOut">
              <a:rPr lang="en-US"/>
              <a:pPr>
                <a:defRPr/>
              </a:pPr>
              <a:t>7/15/2026</a:t>
            </a:fld>
            <a:endParaRPr lang="en-US"/>
          </a:p>
        </p:txBody>
      </p:sp>
      <p:sp>
        <p:nvSpPr>
          <p:cNvPr id="5" name="Footer Placeholder 2">
            <a:extLst>
              <a:ext uri="{FF2B5EF4-FFF2-40B4-BE49-F238E27FC236}">
                <a16:creationId xmlns:a16="http://schemas.microsoft.com/office/drawing/2014/main" id="{57743031-F0C9-F9AD-B97B-83F3204D2875}"/>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22">
            <a:extLst>
              <a:ext uri="{FF2B5EF4-FFF2-40B4-BE49-F238E27FC236}">
                <a16:creationId xmlns:a16="http://schemas.microsoft.com/office/drawing/2014/main" id="{0A9FDF7C-E458-A628-1AF9-D7CE7B855B45}"/>
              </a:ext>
            </a:extLst>
          </p:cNvPr>
          <p:cNvSpPr>
            <a:spLocks noGrp="1"/>
          </p:cNvSpPr>
          <p:nvPr>
            <p:ph type="sldNum" sz="quarter" idx="12"/>
          </p:nvPr>
        </p:nvSpPr>
        <p:spPr/>
        <p:txBody>
          <a:bodyPr/>
          <a:lstStyle>
            <a:lvl1pPr>
              <a:defRPr/>
            </a:lvl1pPr>
          </a:lstStyle>
          <a:p>
            <a:pPr>
              <a:defRPr/>
            </a:pPr>
            <a:fld id="{B7B8C1C7-6EBD-481F-AD1D-82EC6137A12D}" type="slidenum">
              <a:rPr lang="en-US" altLang="en-US"/>
              <a:pPr>
                <a:defRPr/>
              </a:pPr>
              <a:t>‹#›</a:t>
            </a:fld>
            <a:endParaRPr lang="en-US" altLang="en-US"/>
          </a:p>
        </p:txBody>
      </p:sp>
    </p:spTree>
    <p:extLst>
      <p:ext uri="{BB962C8B-B14F-4D97-AF65-F5344CB8AC3E}">
        <p14:creationId xmlns:p14="http://schemas.microsoft.com/office/powerpoint/2010/main" val="42751795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1">
          <a:gsLst>
            <a:gs pos="0">
              <a:srgbClr val="AAAAAA"/>
            </a:gs>
            <a:gs pos="50000">
              <a:srgbClr val="E7E7E7"/>
            </a:gs>
            <a:gs pos="100000">
              <a:srgbClr val="FFFFFF"/>
            </a:gs>
          </a:gsLst>
          <a:lin ang="16200000" scaled="1"/>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5B7DE10-372A-B6D3-BF91-D720EF8188A7}"/>
              </a:ext>
            </a:extLst>
          </p:cNvPr>
          <p:cNvSpPr/>
          <p:nvPr/>
        </p:nvSpPr>
        <p:spPr>
          <a:xfrm>
            <a:off x="0" y="0"/>
            <a:ext cx="35661600" cy="36576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lIns="407530" tIns="203765" rIns="407530" bIns="203765" anchor="ctr"/>
          <a:lstStyle/>
          <a:p>
            <a:pPr algn="ctr" defTabSz="4075298" eaLnBrk="1" fontAlgn="auto" hangingPunct="1">
              <a:spcBef>
                <a:spcPts val="0"/>
              </a:spcBef>
              <a:spcAft>
                <a:spcPts val="0"/>
              </a:spcAft>
              <a:defRPr/>
            </a:pPr>
            <a:endParaRPr lang="en-US"/>
          </a:p>
        </p:txBody>
      </p:sp>
      <p:sp useBgFill="1">
        <p:nvSpPr>
          <p:cNvPr id="8" name="Rounded Rectangle 7">
            <a:extLst>
              <a:ext uri="{FF2B5EF4-FFF2-40B4-BE49-F238E27FC236}">
                <a16:creationId xmlns:a16="http://schemas.microsoft.com/office/drawing/2014/main" id="{C182CE11-144F-0B3D-B54C-BB6FFD1DEDE7}"/>
              </a:ext>
            </a:extLst>
          </p:cNvPr>
          <p:cNvSpPr/>
          <p:nvPr/>
        </p:nvSpPr>
        <p:spPr>
          <a:xfrm>
            <a:off x="249238" y="371475"/>
            <a:ext cx="35152012" cy="356981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lIns="407530" tIns="203765" rIns="407530" bIns="203765" anchor="ctr"/>
          <a:lstStyle/>
          <a:p>
            <a:pPr algn="ctr" defTabSz="4075298" eaLnBrk="1" fontAlgn="auto" hangingPunct="1">
              <a:spcBef>
                <a:spcPts val="0"/>
              </a:spcBef>
              <a:spcAft>
                <a:spcPts val="0"/>
              </a:spcAft>
              <a:defRPr/>
            </a:pPr>
            <a:endParaRPr lang="en-US"/>
          </a:p>
        </p:txBody>
      </p:sp>
      <p:sp>
        <p:nvSpPr>
          <p:cNvPr id="1028" name="Title Placeholder 21">
            <a:extLst>
              <a:ext uri="{FF2B5EF4-FFF2-40B4-BE49-F238E27FC236}">
                <a16:creationId xmlns:a16="http://schemas.microsoft.com/office/drawing/2014/main" id="{C916B48E-242A-6CD7-5CBA-C5B4299AB92B}"/>
              </a:ext>
            </a:extLst>
          </p:cNvPr>
          <p:cNvSpPr>
            <a:spLocks noGrp="1"/>
          </p:cNvSpPr>
          <p:nvPr>
            <p:ph type="title"/>
          </p:nvPr>
        </p:nvSpPr>
        <p:spPr bwMode="auto">
          <a:xfrm>
            <a:off x="3565525" y="1465263"/>
            <a:ext cx="30313313" cy="60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07530" tIns="203765" rIns="407530" bIns="407530" numCol="1" anchor="b" anchorCtr="0" compatLnSpc="1">
            <a:prstTxWarp prst="textNoShape">
              <a:avLst/>
            </a:prstTxWarp>
          </a:bodyPr>
          <a:lstStyle/>
          <a:p>
            <a:pPr lvl="0"/>
            <a:r>
              <a:rPr lang="en-US" altLang="en-US"/>
              <a:t>Click to edit Master title style</a:t>
            </a:r>
          </a:p>
        </p:txBody>
      </p:sp>
      <p:sp>
        <p:nvSpPr>
          <p:cNvPr id="1029" name="Text Placeholder 12">
            <a:extLst>
              <a:ext uri="{FF2B5EF4-FFF2-40B4-BE49-F238E27FC236}">
                <a16:creationId xmlns:a16="http://schemas.microsoft.com/office/drawing/2014/main" id="{8D6214A9-F766-D518-59DB-E5E2C7C65F6C}"/>
              </a:ext>
            </a:extLst>
          </p:cNvPr>
          <p:cNvSpPr>
            <a:spLocks noGrp="1"/>
          </p:cNvSpPr>
          <p:nvPr>
            <p:ph type="body" idx="1"/>
          </p:nvPr>
        </p:nvSpPr>
        <p:spPr bwMode="auto">
          <a:xfrm>
            <a:off x="3565525" y="7721600"/>
            <a:ext cx="30313313" cy="2438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07530" tIns="203765" rIns="407530" bIns="203765"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a:extLst>
              <a:ext uri="{FF2B5EF4-FFF2-40B4-BE49-F238E27FC236}">
                <a16:creationId xmlns:a16="http://schemas.microsoft.com/office/drawing/2014/main" id="{783B9123-C61C-3137-B361-F98D3E5B066F}"/>
              </a:ext>
            </a:extLst>
          </p:cNvPr>
          <p:cNvSpPr>
            <a:spLocks noGrp="1"/>
          </p:cNvSpPr>
          <p:nvPr>
            <p:ph type="dt" sz="half" idx="2"/>
          </p:nvPr>
        </p:nvSpPr>
        <p:spPr>
          <a:xfrm>
            <a:off x="24071263" y="33020000"/>
            <a:ext cx="9658350" cy="2540000"/>
          </a:xfrm>
          <a:prstGeom prst="rect">
            <a:avLst/>
          </a:prstGeom>
        </p:spPr>
        <p:txBody>
          <a:bodyPr lIns="407530" tIns="203765" rIns="407530" bIns="203765" anchor="ctr" anchorCtr="0"/>
          <a:lstStyle>
            <a:lvl1pPr algn="r" defTabSz="4075298" eaLnBrk="1" fontAlgn="auto" latinLnBrk="0" hangingPunct="1">
              <a:spcBef>
                <a:spcPts val="0"/>
              </a:spcBef>
              <a:spcAft>
                <a:spcPts val="0"/>
              </a:spcAft>
              <a:defRPr kumimoji="0" sz="6200">
                <a:solidFill>
                  <a:schemeClr val="tx2"/>
                </a:solidFill>
                <a:latin typeface="+mn-lt"/>
              </a:defRPr>
            </a:lvl1pPr>
          </a:lstStyle>
          <a:p>
            <a:pPr>
              <a:defRPr/>
            </a:pPr>
            <a:fld id="{2054B1EF-DC1C-425E-B558-555FB761EEE4}" type="datetimeFigureOut">
              <a:rPr lang="en-US"/>
              <a:pPr>
                <a:defRPr/>
              </a:pPr>
              <a:t>7/15/2026</a:t>
            </a:fld>
            <a:endParaRPr lang="en-US"/>
          </a:p>
        </p:txBody>
      </p:sp>
      <p:sp>
        <p:nvSpPr>
          <p:cNvPr id="3" name="Footer Placeholder 2">
            <a:extLst>
              <a:ext uri="{FF2B5EF4-FFF2-40B4-BE49-F238E27FC236}">
                <a16:creationId xmlns:a16="http://schemas.microsoft.com/office/drawing/2014/main" id="{B6D65B3A-5F47-8A62-5E17-FB9809A472A5}"/>
              </a:ext>
            </a:extLst>
          </p:cNvPr>
          <p:cNvSpPr>
            <a:spLocks noGrp="1"/>
          </p:cNvSpPr>
          <p:nvPr>
            <p:ph type="ftr" sz="quarter" idx="3"/>
          </p:nvPr>
        </p:nvSpPr>
        <p:spPr>
          <a:xfrm>
            <a:off x="3565525" y="32918400"/>
            <a:ext cx="15454313" cy="2438400"/>
          </a:xfrm>
          <a:prstGeom prst="rect">
            <a:avLst/>
          </a:prstGeom>
        </p:spPr>
        <p:txBody>
          <a:bodyPr lIns="407530" tIns="203765" rIns="407530" bIns="203765" anchor="ctr" anchorCtr="0"/>
          <a:lstStyle>
            <a:lvl1pPr defTabSz="4075298" eaLnBrk="1" fontAlgn="auto" latinLnBrk="0" hangingPunct="1">
              <a:spcBef>
                <a:spcPts val="0"/>
              </a:spcBef>
              <a:spcAft>
                <a:spcPts val="0"/>
              </a:spcAft>
              <a:defRPr kumimoji="0" sz="6200">
                <a:solidFill>
                  <a:schemeClr val="tx2"/>
                </a:solidFill>
                <a:latin typeface="+mn-lt"/>
              </a:defRPr>
            </a:lvl1pPr>
          </a:lstStyle>
          <a:p>
            <a:pPr>
              <a:defRPr/>
            </a:pPr>
            <a:endParaRPr lang="en-US"/>
          </a:p>
        </p:txBody>
      </p:sp>
      <p:sp>
        <p:nvSpPr>
          <p:cNvPr id="23" name="Slide Number Placeholder 22">
            <a:extLst>
              <a:ext uri="{FF2B5EF4-FFF2-40B4-BE49-F238E27FC236}">
                <a16:creationId xmlns:a16="http://schemas.microsoft.com/office/drawing/2014/main" id="{AA2E5A46-2B1C-7B56-BEF9-74579B995E66}"/>
              </a:ext>
            </a:extLst>
          </p:cNvPr>
          <p:cNvSpPr>
            <a:spLocks noGrp="1"/>
          </p:cNvSpPr>
          <p:nvPr>
            <p:ph type="sldNum" sz="quarter" idx="4"/>
          </p:nvPr>
        </p:nvSpPr>
        <p:spPr>
          <a:xfrm>
            <a:off x="569913" y="33121600"/>
            <a:ext cx="1784350" cy="2438400"/>
          </a:xfrm>
          <a:prstGeom prst="ellipse">
            <a:avLst/>
          </a:prstGeom>
          <a:solidFill>
            <a:schemeClr val="accent1"/>
          </a:solidFill>
        </p:spPr>
        <p:txBody>
          <a:bodyPr vert="horz" wrap="none" lIns="0" tIns="0" rIns="0" bIns="0" numCol="1" anchor="ctr" anchorCtr="1" compatLnSpc="1">
            <a:prstTxWarp prst="textNoShape">
              <a:avLst/>
            </a:prstTxWarp>
            <a:noAutofit/>
          </a:bodyPr>
          <a:lstStyle>
            <a:lvl1pPr algn="ctr" eaLnBrk="1" hangingPunct="1">
              <a:defRPr sz="6200">
                <a:solidFill>
                  <a:srgbClr val="FFFFFF"/>
                </a:solidFill>
                <a:latin typeface="Franklin Gothic Book" panose="020F0502020204030204" pitchFamily="34" charset="0"/>
              </a:defRPr>
            </a:lvl1pPr>
          </a:lstStyle>
          <a:p>
            <a:pPr>
              <a:defRPr/>
            </a:pPr>
            <a:fld id="{048BFAD1-3F9A-47A3-8CAE-D4BC067003F6}"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788" r:id="rId1"/>
    <p:sldLayoutId id="2147483781" r:id="rId2"/>
    <p:sldLayoutId id="2147483789" r:id="rId3"/>
    <p:sldLayoutId id="2147483782" r:id="rId4"/>
    <p:sldLayoutId id="2147483783" r:id="rId5"/>
    <p:sldLayoutId id="2147483784" r:id="rId6"/>
    <p:sldLayoutId id="2147483785" r:id="rId7"/>
    <p:sldLayoutId id="2147483790" r:id="rId8"/>
    <p:sldLayoutId id="2147483791" r:id="rId9"/>
    <p:sldLayoutId id="2147483786" r:id="rId10"/>
    <p:sldLayoutId id="2147483787" r:id="rId11"/>
  </p:sldLayoutIdLst>
  <p:txStyles>
    <p:titleStyle>
      <a:lvl1pPr algn="l" rtl="0" eaLnBrk="0" fontAlgn="base" hangingPunct="0">
        <a:spcBef>
          <a:spcPct val="0"/>
        </a:spcBef>
        <a:spcAft>
          <a:spcPct val="0"/>
        </a:spcAft>
        <a:defRPr sz="17800" kern="1200">
          <a:solidFill>
            <a:schemeClr val="tx2"/>
          </a:solidFill>
          <a:latin typeface="+mj-lt"/>
          <a:ea typeface="+mj-ea"/>
          <a:cs typeface="+mj-cs"/>
        </a:defRPr>
      </a:lvl1pPr>
      <a:lvl2pPr algn="l" rtl="0" eaLnBrk="0" fontAlgn="base" hangingPunct="0">
        <a:spcBef>
          <a:spcPct val="0"/>
        </a:spcBef>
        <a:spcAft>
          <a:spcPct val="0"/>
        </a:spcAft>
        <a:defRPr sz="17800">
          <a:solidFill>
            <a:schemeClr val="tx2"/>
          </a:solidFill>
          <a:latin typeface="Franklin Gothic Book"/>
        </a:defRPr>
      </a:lvl2pPr>
      <a:lvl3pPr algn="l" rtl="0" eaLnBrk="0" fontAlgn="base" hangingPunct="0">
        <a:spcBef>
          <a:spcPct val="0"/>
        </a:spcBef>
        <a:spcAft>
          <a:spcPct val="0"/>
        </a:spcAft>
        <a:defRPr sz="17800">
          <a:solidFill>
            <a:schemeClr val="tx2"/>
          </a:solidFill>
          <a:latin typeface="Franklin Gothic Book"/>
        </a:defRPr>
      </a:lvl3pPr>
      <a:lvl4pPr algn="l" rtl="0" eaLnBrk="0" fontAlgn="base" hangingPunct="0">
        <a:spcBef>
          <a:spcPct val="0"/>
        </a:spcBef>
        <a:spcAft>
          <a:spcPct val="0"/>
        </a:spcAft>
        <a:defRPr sz="17800">
          <a:solidFill>
            <a:schemeClr val="tx2"/>
          </a:solidFill>
          <a:latin typeface="Franklin Gothic Book"/>
        </a:defRPr>
      </a:lvl4pPr>
      <a:lvl5pPr algn="l" rtl="0" eaLnBrk="0" fontAlgn="base" hangingPunct="0">
        <a:spcBef>
          <a:spcPct val="0"/>
        </a:spcBef>
        <a:spcAft>
          <a:spcPct val="0"/>
        </a:spcAft>
        <a:defRPr sz="17800">
          <a:solidFill>
            <a:schemeClr val="tx2"/>
          </a:solidFill>
          <a:latin typeface="Franklin Gothic Book"/>
        </a:defRPr>
      </a:lvl5pPr>
      <a:lvl6pPr marL="457200" algn="l" rtl="0" fontAlgn="base">
        <a:spcBef>
          <a:spcPct val="0"/>
        </a:spcBef>
        <a:spcAft>
          <a:spcPct val="0"/>
        </a:spcAft>
        <a:defRPr sz="17800">
          <a:solidFill>
            <a:schemeClr val="tx2"/>
          </a:solidFill>
          <a:latin typeface="Franklin Gothic Book"/>
        </a:defRPr>
      </a:lvl6pPr>
      <a:lvl7pPr marL="914400" algn="l" rtl="0" fontAlgn="base">
        <a:spcBef>
          <a:spcPct val="0"/>
        </a:spcBef>
        <a:spcAft>
          <a:spcPct val="0"/>
        </a:spcAft>
        <a:defRPr sz="17800">
          <a:solidFill>
            <a:schemeClr val="tx2"/>
          </a:solidFill>
          <a:latin typeface="Franklin Gothic Book"/>
        </a:defRPr>
      </a:lvl7pPr>
      <a:lvl8pPr marL="1371600" algn="l" rtl="0" fontAlgn="base">
        <a:spcBef>
          <a:spcPct val="0"/>
        </a:spcBef>
        <a:spcAft>
          <a:spcPct val="0"/>
        </a:spcAft>
        <a:defRPr sz="17800">
          <a:solidFill>
            <a:schemeClr val="tx2"/>
          </a:solidFill>
          <a:latin typeface="Franklin Gothic Book"/>
        </a:defRPr>
      </a:lvl8pPr>
      <a:lvl9pPr marL="1828800" algn="l" rtl="0" fontAlgn="base">
        <a:spcBef>
          <a:spcPct val="0"/>
        </a:spcBef>
        <a:spcAft>
          <a:spcPct val="0"/>
        </a:spcAft>
        <a:defRPr sz="17800">
          <a:solidFill>
            <a:schemeClr val="tx2"/>
          </a:solidFill>
          <a:latin typeface="Franklin Gothic Book"/>
        </a:defRPr>
      </a:lvl9pPr>
    </p:titleStyle>
    <p:bodyStyle>
      <a:lvl1pPr marL="1222375" indent="-1222375" algn="l" rtl="0" eaLnBrk="0" fontAlgn="base" hangingPunct="0">
        <a:spcBef>
          <a:spcPts val="2588"/>
        </a:spcBef>
        <a:spcAft>
          <a:spcPct val="0"/>
        </a:spcAft>
        <a:buClr>
          <a:schemeClr val="accent1"/>
        </a:buClr>
        <a:buSzPct val="85000"/>
        <a:buFont typeface="Wingdings 2" panose="05020102010507070707" pitchFamily="18" charset="2"/>
        <a:buChar char=""/>
        <a:defRPr sz="11600" kern="1200">
          <a:solidFill>
            <a:schemeClr val="tx1"/>
          </a:solidFill>
          <a:latin typeface="+mn-lt"/>
          <a:ea typeface="+mn-ea"/>
          <a:cs typeface="+mn-cs"/>
        </a:defRPr>
      </a:lvl1pPr>
      <a:lvl2pPr marL="2444750" indent="-1017588" algn="l" rtl="0" eaLnBrk="0" fontAlgn="base" hangingPunct="0">
        <a:spcBef>
          <a:spcPts val="1650"/>
        </a:spcBef>
        <a:spcAft>
          <a:spcPct val="0"/>
        </a:spcAft>
        <a:buClr>
          <a:schemeClr val="accent2"/>
        </a:buClr>
        <a:buSzPct val="85000"/>
        <a:buFont typeface="Wingdings 2" panose="05020102010507070707" pitchFamily="18" charset="2"/>
        <a:buChar char=""/>
        <a:defRPr sz="10700" kern="1200">
          <a:solidFill>
            <a:schemeClr val="tx1"/>
          </a:solidFill>
          <a:latin typeface="+mn-lt"/>
          <a:ea typeface="+mn-ea"/>
          <a:cs typeface="+mn-cs"/>
        </a:defRPr>
      </a:lvl2pPr>
      <a:lvl3pPr marL="3667125" indent="-1017588" algn="l" rtl="0" eaLnBrk="0" fontAlgn="base" hangingPunct="0">
        <a:spcBef>
          <a:spcPts val="1650"/>
        </a:spcBef>
        <a:spcAft>
          <a:spcPct val="0"/>
        </a:spcAft>
        <a:buClr>
          <a:srgbClr val="B2C1DB"/>
        </a:buClr>
        <a:buSzPct val="85000"/>
        <a:buFont typeface="Wingdings 2" panose="05020102010507070707" pitchFamily="18" charset="2"/>
        <a:buChar char=""/>
        <a:defRPr sz="8900" kern="1200">
          <a:solidFill>
            <a:schemeClr val="tx1"/>
          </a:solidFill>
          <a:latin typeface="+mn-lt"/>
          <a:ea typeface="+mn-ea"/>
          <a:cs typeface="+mn-cs"/>
        </a:defRPr>
      </a:lvl3pPr>
      <a:lvl4pPr marL="4889500" indent="-1017588" algn="l" rtl="0" eaLnBrk="0" fontAlgn="base" hangingPunct="0">
        <a:spcBef>
          <a:spcPts val="1650"/>
        </a:spcBef>
        <a:spcAft>
          <a:spcPct val="0"/>
        </a:spcAft>
        <a:buClr>
          <a:srgbClr val="9BBB59"/>
        </a:buClr>
        <a:buSzPct val="80000"/>
        <a:buFont typeface="Wingdings 2" panose="05020102010507070707" pitchFamily="18" charset="2"/>
        <a:buChar char=""/>
        <a:defRPr sz="8900" kern="1200">
          <a:solidFill>
            <a:schemeClr val="tx1"/>
          </a:solidFill>
          <a:latin typeface="+mn-lt"/>
          <a:ea typeface="+mn-ea"/>
          <a:cs typeface="+mn-cs"/>
        </a:defRPr>
      </a:lvl4pPr>
      <a:lvl5pPr marL="6111875" indent="-1017588" algn="l" rtl="0" eaLnBrk="0" fontAlgn="base" hangingPunct="0">
        <a:spcBef>
          <a:spcPts val="1650"/>
        </a:spcBef>
        <a:spcAft>
          <a:spcPct val="0"/>
        </a:spcAft>
        <a:buClr>
          <a:srgbClr val="9BBB59"/>
        </a:buClr>
        <a:buChar char="o"/>
        <a:defRPr sz="8900" kern="1200">
          <a:solidFill>
            <a:schemeClr val="tx1"/>
          </a:solidFill>
          <a:latin typeface="+mn-lt"/>
          <a:ea typeface="+mn-ea"/>
          <a:cs typeface="+mn-cs"/>
        </a:defRPr>
      </a:lvl5pPr>
      <a:lvl6pPr marL="7335536" indent="-1018824" algn="l" rtl="0" eaLnBrk="1" latinLnBrk="0" hangingPunct="1">
        <a:spcBef>
          <a:spcPts val="1649"/>
        </a:spcBef>
        <a:buClr>
          <a:schemeClr val="accent3"/>
        </a:buClr>
        <a:buChar char="•"/>
        <a:defRPr kumimoji="0" sz="8000" kern="1200" baseline="0">
          <a:solidFill>
            <a:schemeClr val="tx1"/>
          </a:solidFill>
          <a:latin typeface="+mn-lt"/>
          <a:ea typeface="+mn-ea"/>
          <a:cs typeface="+mn-cs"/>
        </a:defRPr>
      </a:lvl6pPr>
      <a:lvl7pPr marL="8558126" indent="-1018824" algn="l" rtl="0" eaLnBrk="1" latinLnBrk="0" hangingPunct="1">
        <a:spcBef>
          <a:spcPts val="1649"/>
        </a:spcBef>
        <a:buClr>
          <a:schemeClr val="accent2"/>
        </a:buClr>
        <a:buChar char="•"/>
        <a:defRPr kumimoji="0" sz="8000" kern="1200">
          <a:solidFill>
            <a:schemeClr val="tx1"/>
          </a:solidFill>
          <a:latin typeface="+mn-lt"/>
          <a:ea typeface="+mn-ea"/>
          <a:cs typeface="+mn-cs"/>
        </a:defRPr>
      </a:lvl7pPr>
      <a:lvl8pPr marL="9780715" indent="-1018824" algn="l" rtl="0" eaLnBrk="1" latinLnBrk="0" hangingPunct="1">
        <a:spcBef>
          <a:spcPts val="1649"/>
        </a:spcBef>
        <a:buClr>
          <a:schemeClr val="accent1">
            <a:tint val="60000"/>
          </a:schemeClr>
        </a:buClr>
        <a:buChar char="•"/>
        <a:defRPr kumimoji="0" sz="8000" kern="1200">
          <a:solidFill>
            <a:schemeClr val="tx1"/>
          </a:solidFill>
          <a:latin typeface="+mn-lt"/>
          <a:ea typeface="+mn-ea"/>
          <a:cs typeface="+mn-cs"/>
        </a:defRPr>
      </a:lvl8pPr>
      <a:lvl9pPr marL="11003304" indent="-1018824" algn="l" rtl="0" eaLnBrk="1" latinLnBrk="0" hangingPunct="1">
        <a:spcBef>
          <a:spcPts val="1649"/>
        </a:spcBef>
        <a:buClr>
          <a:schemeClr val="accent2">
            <a:tint val="60000"/>
          </a:schemeClr>
        </a:buClr>
        <a:buChar char="•"/>
        <a:defRPr kumimoji="0" sz="8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2037649" algn="l" rtl="0" eaLnBrk="1" latinLnBrk="0" hangingPunct="1">
        <a:defRPr kumimoji="0" kern="1200">
          <a:solidFill>
            <a:schemeClr val="tx1"/>
          </a:solidFill>
          <a:latin typeface="+mn-lt"/>
          <a:ea typeface="+mn-ea"/>
          <a:cs typeface="+mn-cs"/>
        </a:defRPr>
      </a:lvl2pPr>
      <a:lvl3pPr marL="4075298" algn="l" rtl="0" eaLnBrk="1" latinLnBrk="0" hangingPunct="1">
        <a:defRPr kumimoji="0" kern="1200">
          <a:solidFill>
            <a:schemeClr val="tx1"/>
          </a:solidFill>
          <a:latin typeface="+mn-lt"/>
          <a:ea typeface="+mn-ea"/>
          <a:cs typeface="+mn-cs"/>
        </a:defRPr>
      </a:lvl3pPr>
      <a:lvl4pPr marL="6112947" algn="l" rtl="0" eaLnBrk="1" latinLnBrk="0" hangingPunct="1">
        <a:defRPr kumimoji="0" kern="1200">
          <a:solidFill>
            <a:schemeClr val="tx1"/>
          </a:solidFill>
          <a:latin typeface="+mn-lt"/>
          <a:ea typeface="+mn-ea"/>
          <a:cs typeface="+mn-cs"/>
        </a:defRPr>
      </a:lvl4pPr>
      <a:lvl5pPr marL="8150596" algn="l" rtl="0" eaLnBrk="1" latinLnBrk="0" hangingPunct="1">
        <a:defRPr kumimoji="0" kern="1200">
          <a:solidFill>
            <a:schemeClr val="tx1"/>
          </a:solidFill>
          <a:latin typeface="+mn-lt"/>
          <a:ea typeface="+mn-ea"/>
          <a:cs typeface="+mn-cs"/>
        </a:defRPr>
      </a:lvl5pPr>
      <a:lvl6pPr marL="10188245" algn="l" rtl="0" eaLnBrk="1" latinLnBrk="0" hangingPunct="1">
        <a:defRPr kumimoji="0" kern="1200">
          <a:solidFill>
            <a:schemeClr val="tx1"/>
          </a:solidFill>
          <a:latin typeface="+mn-lt"/>
          <a:ea typeface="+mn-ea"/>
          <a:cs typeface="+mn-cs"/>
        </a:defRPr>
      </a:lvl6pPr>
      <a:lvl7pPr marL="12225894" algn="l" rtl="0" eaLnBrk="1" latinLnBrk="0" hangingPunct="1">
        <a:defRPr kumimoji="0" kern="1200">
          <a:solidFill>
            <a:schemeClr val="tx1"/>
          </a:solidFill>
          <a:latin typeface="+mn-lt"/>
          <a:ea typeface="+mn-ea"/>
          <a:cs typeface="+mn-cs"/>
        </a:defRPr>
      </a:lvl7pPr>
      <a:lvl8pPr marL="14263543" algn="l" rtl="0" eaLnBrk="1" latinLnBrk="0" hangingPunct="1">
        <a:defRPr kumimoji="0" kern="1200">
          <a:solidFill>
            <a:schemeClr val="tx1"/>
          </a:solidFill>
          <a:latin typeface="+mn-lt"/>
          <a:ea typeface="+mn-ea"/>
          <a:cs typeface="+mn-cs"/>
        </a:defRPr>
      </a:lvl8pPr>
      <a:lvl9pPr marL="16301192"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 /><Relationship Id="rId3" Type="http://schemas.openxmlformats.org/officeDocument/2006/relationships/oleObject" Target="../embeddings/oleObject1.bin" /><Relationship Id="rId7" Type="http://schemas.openxmlformats.org/officeDocument/2006/relationships/image" Target="../media/image4.png" /><Relationship Id="rId2" Type="http://schemas.openxmlformats.org/officeDocument/2006/relationships/notesSlide" Target="../notesSlides/notesSlide1.xml" /><Relationship Id="rId1" Type="http://schemas.openxmlformats.org/officeDocument/2006/relationships/slideLayout" Target="../slideLayouts/slideLayout7.xml" /><Relationship Id="rId6" Type="http://schemas.openxmlformats.org/officeDocument/2006/relationships/image" Target="../media/image3.wmf" /><Relationship Id="rId5" Type="http://schemas.openxmlformats.org/officeDocument/2006/relationships/oleObject" Target="../embeddings/oleObject2.bin" /><Relationship Id="rId10" Type="http://schemas.openxmlformats.org/officeDocument/2006/relationships/image" Target="../media/image7.jpeg" /><Relationship Id="rId4" Type="http://schemas.openxmlformats.org/officeDocument/2006/relationships/image" Target="../media/image2.wmf" /><Relationship Id="rId9" Type="http://schemas.openxmlformats.org/officeDocument/2006/relationships/image" Target="../media/image6.jpe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2FFEF2D-18F1-562B-4970-863357203B52}"/>
              </a:ext>
            </a:extLst>
          </p:cNvPr>
          <p:cNvSpPr/>
          <p:nvPr/>
        </p:nvSpPr>
        <p:spPr>
          <a:xfrm>
            <a:off x="762000" y="4495800"/>
            <a:ext cx="12061825" cy="7010400"/>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101882" tIns="50941" rIns="101882" bIns="50941" anchor="ctr"/>
          <a:lstStyle/>
          <a:p>
            <a:pPr algn="ctr" defTabSz="4075298" eaLnBrk="1" fontAlgn="auto" hangingPunct="1">
              <a:spcBef>
                <a:spcPts val="0"/>
              </a:spcBef>
              <a:spcAft>
                <a:spcPts val="0"/>
              </a:spcAft>
              <a:defRPr/>
            </a:pPr>
            <a:endParaRPr lang="en-US" dirty="0"/>
          </a:p>
        </p:txBody>
      </p:sp>
      <p:sp>
        <p:nvSpPr>
          <p:cNvPr id="12" name="TextBox 11">
            <a:extLst>
              <a:ext uri="{FF2B5EF4-FFF2-40B4-BE49-F238E27FC236}">
                <a16:creationId xmlns:a16="http://schemas.microsoft.com/office/drawing/2014/main" id="{AEEFB536-A076-7E56-CDA3-FC6B1C0088B6}"/>
              </a:ext>
            </a:extLst>
          </p:cNvPr>
          <p:cNvSpPr txBox="1"/>
          <p:nvPr/>
        </p:nvSpPr>
        <p:spPr>
          <a:xfrm>
            <a:off x="838200" y="4572000"/>
            <a:ext cx="2438400" cy="599769"/>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2">
            <a:schemeClr val="accent1"/>
          </a:fillRef>
          <a:effectRef idx="1">
            <a:schemeClr val="accent1"/>
          </a:effectRef>
          <a:fontRef idx="minor">
            <a:schemeClr val="dk1"/>
          </a:fontRef>
        </p:style>
        <p:txBody>
          <a:bodyPr>
            <a:spAutoFit/>
          </a:bodyPr>
          <a:lstStyle/>
          <a:p>
            <a:pPr defTabSz="4075298" eaLnBrk="1" fontAlgn="auto" hangingPunct="1">
              <a:spcBef>
                <a:spcPts val="0"/>
              </a:spcBef>
              <a:spcAft>
                <a:spcPts val="0"/>
              </a:spcAft>
              <a:defRPr/>
            </a:pPr>
            <a:r>
              <a:rPr lang="en-US" sz="3200" dirty="0">
                <a:latin typeface="Algerian" pitchFamily="82" charset="0"/>
              </a:rPr>
              <a:t>Abstract</a:t>
            </a:r>
          </a:p>
        </p:txBody>
      </p:sp>
      <p:sp>
        <p:nvSpPr>
          <p:cNvPr id="7174" name="TextBox 13">
            <a:extLst>
              <a:ext uri="{FF2B5EF4-FFF2-40B4-BE49-F238E27FC236}">
                <a16:creationId xmlns:a16="http://schemas.microsoft.com/office/drawing/2014/main" id="{C674DE3D-0DCE-2612-94BF-1E3388A27D5C}"/>
              </a:ext>
            </a:extLst>
          </p:cNvPr>
          <p:cNvSpPr txBox="1">
            <a:spLocks noChangeArrowheads="1"/>
          </p:cNvSpPr>
          <p:nvPr/>
        </p:nvSpPr>
        <p:spPr bwMode="auto">
          <a:xfrm>
            <a:off x="838200" y="5105400"/>
            <a:ext cx="11658600" cy="6656388"/>
          </a:xfrm>
          <a:prstGeom prst="rect">
            <a:avLst/>
          </a:prstGeom>
          <a:noFill/>
          <a:ln>
            <a:noFill/>
          </a:ln>
        </p:spPr>
        <p:txBody>
          <a:bodyPr>
            <a:spAutoFit/>
          </a:bodyPr>
          <a:lstStyle>
            <a:lvl1pPr>
              <a:defRPr sz="8000">
                <a:solidFill>
                  <a:schemeClr val="tx1"/>
                </a:solidFill>
                <a:latin typeface="Arial" panose="020B0604020202020204" pitchFamily="34" charset="0"/>
              </a:defRPr>
            </a:lvl1pPr>
            <a:lvl2pPr marL="742950" indent="-285750">
              <a:defRPr sz="8000">
                <a:solidFill>
                  <a:schemeClr val="tx1"/>
                </a:solidFill>
                <a:latin typeface="Arial" panose="020B0604020202020204" pitchFamily="34" charset="0"/>
              </a:defRPr>
            </a:lvl2pPr>
            <a:lvl3pPr marL="1143000" indent="-228600">
              <a:defRPr sz="8000">
                <a:solidFill>
                  <a:schemeClr val="tx1"/>
                </a:solidFill>
                <a:latin typeface="Arial" panose="020B0604020202020204" pitchFamily="34" charset="0"/>
              </a:defRPr>
            </a:lvl3pPr>
            <a:lvl4pPr marL="1600200" indent="-228600">
              <a:defRPr sz="8000">
                <a:solidFill>
                  <a:schemeClr val="tx1"/>
                </a:solidFill>
                <a:latin typeface="Arial" panose="020B0604020202020204" pitchFamily="34" charset="0"/>
              </a:defRPr>
            </a:lvl4pPr>
            <a:lvl5pPr marL="2057400" indent="-228600">
              <a:defRPr sz="8000">
                <a:solidFill>
                  <a:schemeClr val="tx1"/>
                </a:solidFill>
                <a:latin typeface="Arial" panose="020B0604020202020204" pitchFamily="34" charset="0"/>
              </a:defRPr>
            </a:lvl5pPr>
            <a:lvl6pPr marL="2514600" indent="-228600" defTabSz="4075113" eaLnBrk="0" fontAlgn="base" hangingPunct="0">
              <a:spcBef>
                <a:spcPct val="0"/>
              </a:spcBef>
              <a:spcAft>
                <a:spcPct val="0"/>
              </a:spcAft>
              <a:defRPr sz="8000">
                <a:solidFill>
                  <a:schemeClr val="tx1"/>
                </a:solidFill>
                <a:latin typeface="Arial" panose="020B0604020202020204" pitchFamily="34" charset="0"/>
              </a:defRPr>
            </a:lvl6pPr>
            <a:lvl7pPr marL="2971800" indent="-228600" defTabSz="4075113" eaLnBrk="0" fontAlgn="base" hangingPunct="0">
              <a:spcBef>
                <a:spcPct val="0"/>
              </a:spcBef>
              <a:spcAft>
                <a:spcPct val="0"/>
              </a:spcAft>
              <a:defRPr sz="8000">
                <a:solidFill>
                  <a:schemeClr val="tx1"/>
                </a:solidFill>
                <a:latin typeface="Arial" panose="020B0604020202020204" pitchFamily="34" charset="0"/>
              </a:defRPr>
            </a:lvl7pPr>
            <a:lvl8pPr marL="3429000" indent="-228600" defTabSz="4075113" eaLnBrk="0" fontAlgn="base" hangingPunct="0">
              <a:spcBef>
                <a:spcPct val="0"/>
              </a:spcBef>
              <a:spcAft>
                <a:spcPct val="0"/>
              </a:spcAft>
              <a:defRPr sz="8000">
                <a:solidFill>
                  <a:schemeClr val="tx1"/>
                </a:solidFill>
                <a:latin typeface="Arial" panose="020B0604020202020204" pitchFamily="34" charset="0"/>
              </a:defRPr>
            </a:lvl8pPr>
            <a:lvl9pPr marL="3886200" indent="-228600" defTabSz="4075113" eaLnBrk="0" fontAlgn="base" hangingPunct="0">
              <a:spcBef>
                <a:spcPct val="0"/>
              </a:spcBef>
              <a:spcAft>
                <a:spcPct val="0"/>
              </a:spcAft>
              <a:defRPr sz="8000">
                <a:solidFill>
                  <a:schemeClr val="tx1"/>
                </a:solidFill>
                <a:latin typeface="Arial" panose="020B0604020202020204" pitchFamily="34" charset="0"/>
              </a:defRPr>
            </a:lvl9pPr>
          </a:lstStyle>
          <a:p>
            <a:pPr marL="6350" indent="-6350" algn="just">
              <a:lnSpc>
                <a:spcPct val="103000"/>
              </a:lnSpc>
              <a:spcAft>
                <a:spcPts val="20"/>
              </a:spcAft>
              <a:defRPr/>
            </a:pPr>
            <a:endParaRPr lang="en-IN" sz="3200" kern="100" dirty="0">
              <a:solidFill>
                <a:srgbClr val="000000"/>
              </a:solidFill>
              <a:ea typeface="Times New Roman" panose="02020603050405020304" pitchFamily="18" charset="0"/>
              <a:cs typeface="Arial" panose="020B0604020202020204" pitchFamily="34" charset="0"/>
            </a:endParaRPr>
          </a:p>
          <a:p>
            <a:pPr marL="6350" indent="-6350" algn="just">
              <a:lnSpc>
                <a:spcPct val="103000"/>
              </a:lnSpc>
              <a:spcAft>
                <a:spcPts val="20"/>
              </a:spcAft>
              <a:defRPr/>
            </a:pPr>
            <a:r>
              <a:rPr lang="en-IN" sz="3200" kern="100" dirty="0">
                <a:solidFill>
                  <a:srgbClr val="000000"/>
                </a:solidFill>
                <a:ea typeface="Times New Roman" panose="02020603050405020304" pitchFamily="18" charset="0"/>
                <a:cs typeface="Arial" panose="020B0604020202020204" pitchFamily="34" charset="0"/>
              </a:rPr>
              <a:t>Women's safety has become a serious concern in today's society since they are afraid to leave their homes at any moment for fear of physical abuse and violence. Wearable technology is gaining popularity, being </a:t>
            </a:r>
            <a:r>
              <a:rPr lang="en-IN" sz="3200" dirty="0">
                <a:solidFill>
                  <a:srgbClr val="000000"/>
                </a:solidFill>
                <a:ea typeface="Times New Roman" panose="02020603050405020304" pitchFamily="18" charset="0"/>
                <a:cs typeface="Arial" panose="020B0604020202020204" pitchFamily="34" charset="0"/>
              </a:rPr>
              <a:t>employed in a variety of applications, and wearable safety devices have found high demand in the market as of late. Our topic presents a device designed to enhance personal security by incorporating a GPS module that tracks the user’s location. It also presents an IoT-based system that helps women in distress by detecting danger and sending alerts to authorities and family members.</a:t>
            </a:r>
            <a:endParaRPr lang="en-US" altLang="en-US" sz="3200" dirty="0">
              <a:cs typeface="Arial" panose="020B0604020202020204" pitchFamily="34" charset="0"/>
            </a:endParaRPr>
          </a:p>
          <a:p>
            <a:pPr eaLnBrk="1" hangingPunct="1">
              <a:defRPr/>
            </a:pPr>
            <a:endParaRPr lang="en-US" altLang="en-US" sz="3200" dirty="0">
              <a:latin typeface="Perpetua" panose="02020502060401020303" pitchFamily="18" charset="0"/>
            </a:endParaRPr>
          </a:p>
          <a:p>
            <a:pPr algn="just" eaLnBrk="1" hangingPunct="1">
              <a:defRPr/>
            </a:pPr>
            <a:endParaRPr lang="en-US" altLang="en-US" sz="3200" dirty="0">
              <a:cs typeface="Arial" panose="020B0604020202020204" pitchFamily="34" charset="0"/>
            </a:endParaRPr>
          </a:p>
        </p:txBody>
      </p:sp>
      <p:sp>
        <p:nvSpPr>
          <p:cNvPr id="16" name="Rectangle 15">
            <a:extLst>
              <a:ext uri="{FF2B5EF4-FFF2-40B4-BE49-F238E27FC236}">
                <a16:creationId xmlns:a16="http://schemas.microsoft.com/office/drawing/2014/main" id="{4C744BF6-C473-8D5C-C4EA-20198BF150B5}"/>
              </a:ext>
            </a:extLst>
          </p:cNvPr>
          <p:cNvSpPr/>
          <p:nvPr/>
        </p:nvSpPr>
        <p:spPr>
          <a:xfrm>
            <a:off x="685800" y="11811000"/>
            <a:ext cx="12061825" cy="90678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lIns="101882" tIns="50941" rIns="101882" bIns="50941" anchor="ctr"/>
          <a:lstStyle/>
          <a:p>
            <a:pPr algn="ctr" defTabSz="4075298" eaLnBrk="1" fontAlgn="auto" hangingPunct="1">
              <a:spcBef>
                <a:spcPts val="0"/>
              </a:spcBef>
              <a:spcAft>
                <a:spcPts val="0"/>
              </a:spcAft>
              <a:defRPr/>
            </a:pPr>
            <a:endParaRPr lang="en-US" dirty="0"/>
          </a:p>
        </p:txBody>
      </p:sp>
      <p:sp>
        <p:nvSpPr>
          <p:cNvPr id="18" name="TextBox 17">
            <a:extLst>
              <a:ext uri="{FF2B5EF4-FFF2-40B4-BE49-F238E27FC236}">
                <a16:creationId xmlns:a16="http://schemas.microsoft.com/office/drawing/2014/main" id="{71010AA2-F36A-B70D-C669-6DB3A537452D}"/>
              </a:ext>
            </a:extLst>
          </p:cNvPr>
          <p:cNvSpPr txBox="1"/>
          <p:nvPr/>
        </p:nvSpPr>
        <p:spPr>
          <a:xfrm>
            <a:off x="762000" y="11811000"/>
            <a:ext cx="3124200" cy="599769"/>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2">
            <a:schemeClr val="accent1"/>
          </a:fillRef>
          <a:effectRef idx="1">
            <a:schemeClr val="accent1"/>
          </a:effectRef>
          <a:fontRef idx="minor">
            <a:schemeClr val="dk1"/>
          </a:fontRef>
        </p:style>
        <p:txBody>
          <a:bodyPr>
            <a:spAutoFit/>
          </a:bodyPr>
          <a:lstStyle/>
          <a:p>
            <a:pPr defTabSz="4075298" eaLnBrk="1" fontAlgn="auto" hangingPunct="1">
              <a:spcBef>
                <a:spcPts val="0"/>
              </a:spcBef>
              <a:spcAft>
                <a:spcPts val="0"/>
              </a:spcAft>
              <a:defRPr/>
            </a:pPr>
            <a:r>
              <a:rPr lang="en-US" sz="3200" dirty="0">
                <a:latin typeface="Algerian" pitchFamily="82" charset="0"/>
              </a:rPr>
              <a:t>Introduction</a:t>
            </a:r>
          </a:p>
        </p:txBody>
      </p:sp>
      <p:sp>
        <p:nvSpPr>
          <p:cNvPr id="7179" name="TextBox 18">
            <a:extLst>
              <a:ext uri="{FF2B5EF4-FFF2-40B4-BE49-F238E27FC236}">
                <a16:creationId xmlns:a16="http://schemas.microsoft.com/office/drawing/2014/main" id="{8C3F7DE4-38E6-0928-4F87-AE9F26EF425A}"/>
              </a:ext>
            </a:extLst>
          </p:cNvPr>
          <p:cNvSpPr txBox="1">
            <a:spLocks noChangeArrowheads="1"/>
          </p:cNvSpPr>
          <p:nvPr/>
        </p:nvSpPr>
        <p:spPr bwMode="auto">
          <a:xfrm>
            <a:off x="762000" y="12496800"/>
            <a:ext cx="11811000" cy="969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8000">
                <a:solidFill>
                  <a:schemeClr val="tx1"/>
                </a:solidFill>
                <a:latin typeface="Arial" panose="020B0604020202020204" pitchFamily="34" charset="0"/>
              </a:defRPr>
            </a:lvl1pPr>
            <a:lvl2pPr marL="742950" indent="-285750">
              <a:defRPr sz="8000">
                <a:solidFill>
                  <a:schemeClr val="tx1"/>
                </a:solidFill>
                <a:latin typeface="Arial" panose="020B0604020202020204" pitchFamily="34" charset="0"/>
              </a:defRPr>
            </a:lvl2pPr>
            <a:lvl3pPr marL="1143000" indent="-228600">
              <a:defRPr sz="8000">
                <a:solidFill>
                  <a:schemeClr val="tx1"/>
                </a:solidFill>
                <a:latin typeface="Arial" panose="020B0604020202020204" pitchFamily="34" charset="0"/>
              </a:defRPr>
            </a:lvl3pPr>
            <a:lvl4pPr marL="1600200" indent="-228600">
              <a:defRPr sz="8000">
                <a:solidFill>
                  <a:schemeClr val="tx1"/>
                </a:solidFill>
                <a:latin typeface="Arial" panose="020B0604020202020204" pitchFamily="34" charset="0"/>
              </a:defRPr>
            </a:lvl4pPr>
            <a:lvl5pPr marL="2057400" indent="-228600">
              <a:defRPr sz="8000">
                <a:solidFill>
                  <a:schemeClr val="tx1"/>
                </a:solidFill>
                <a:latin typeface="Arial" panose="020B0604020202020204" pitchFamily="34" charset="0"/>
              </a:defRPr>
            </a:lvl5pPr>
            <a:lvl6pPr marL="2514600" indent="-228600" defTabSz="4075113" eaLnBrk="0" fontAlgn="base" hangingPunct="0">
              <a:spcBef>
                <a:spcPct val="0"/>
              </a:spcBef>
              <a:spcAft>
                <a:spcPct val="0"/>
              </a:spcAft>
              <a:defRPr sz="8000">
                <a:solidFill>
                  <a:schemeClr val="tx1"/>
                </a:solidFill>
                <a:latin typeface="Arial" panose="020B0604020202020204" pitchFamily="34" charset="0"/>
              </a:defRPr>
            </a:lvl6pPr>
            <a:lvl7pPr marL="2971800" indent="-228600" defTabSz="4075113" eaLnBrk="0" fontAlgn="base" hangingPunct="0">
              <a:spcBef>
                <a:spcPct val="0"/>
              </a:spcBef>
              <a:spcAft>
                <a:spcPct val="0"/>
              </a:spcAft>
              <a:defRPr sz="8000">
                <a:solidFill>
                  <a:schemeClr val="tx1"/>
                </a:solidFill>
                <a:latin typeface="Arial" panose="020B0604020202020204" pitchFamily="34" charset="0"/>
              </a:defRPr>
            </a:lvl7pPr>
            <a:lvl8pPr marL="3429000" indent="-228600" defTabSz="4075113" eaLnBrk="0" fontAlgn="base" hangingPunct="0">
              <a:spcBef>
                <a:spcPct val="0"/>
              </a:spcBef>
              <a:spcAft>
                <a:spcPct val="0"/>
              </a:spcAft>
              <a:defRPr sz="8000">
                <a:solidFill>
                  <a:schemeClr val="tx1"/>
                </a:solidFill>
                <a:latin typeface="Arial" panose="020B0604020202020204" pitchFamily="34" charset="0"/>
              </a:defRPr>
            </a:lvl8pPr>
            <a:lvl9pPr marL="3886200" indent="-228600" defTabSz="4075113" eaLnBrk="0" fontAlgn="base" hangingPunct="0">
              <a:spcBef>
                <a:spcPct val="0"/>
              </a:spcBef>
              <a:spcAft>
                <a:spcPct val="0"/>
              </a:spcAft>
              <a:defRPr sz="8000">
                <a:solidFill>
                  <a:schemeClr val="tx1"/>
                </a:solidFill>
                <a:latin typeface="Arial" panose="020B0604020202020204" pitchFamily="34" charset="0"/>
              </a:defRPr>
            </a:lvl9pPr>
          </a:lstStyle>
          <a:p>
            <a:pPr algn="just" eaLnBrk="1" hangingPunct="1"/>
            <a:r>
              <a:rPr lang="en-IN" altLang="en-US" sz="3200">
                <a:solidFill>
                  <a:srgbClr val="000000"/>
                </a:solidFill>
                <a:ea typeface="Times New Roman" panose="02020603050405020304" pitchFamily="18" charset="0"/>
                <a:cs typeface="Arial" panose="020B0604020202020204" pitchFamily="34" charset="0"/>
              </a:rPr>
              <a:t>The purpose of this device is to act as an emergency device for women who are in potential danger of being attacked. The Women possessing this device will press the panic button if in danger. An SMS containing the latitude and longitude coordinates will be sent to mobile numbers informing them about the danger and the location. The received coordinates can be viewed on Google maps to determine the location of the women and appropriate help can be provided. For sending the message to relevant controlling authority, GSM technology can be used. The Internet of Things (IoT) is the administration of physical articles by devices that include gadgets embedded within their engineering in order to interact and detect partnership with each other or with regard to the external world. The Internet of Things (IoT) is a new paradigm that allows electrical gadgets and sensors to communicate with one another via the internet in order to improve our lives. </a:t>
            </a:r>
            <a:endParaRPr lang="en-US" altLang="en-US" sz="3200">
              <a:ea typeface="Times New Roman" panose="02020603050405020304" pitchFamily="18" charset="0"/>
              <a:cs typeface="Arial" panose="020B0604020202020204" pitchFamily="34" charset="0"/>
            </a:endParaRPr>
          </a:p>
          <a:p>
            <a:pPr algn="just" eaLnBrk="1" hangingPunct="1"/>
            <a:endParaRPr lang="en-US" altLang="en-US" sz="3200">
              <a:ea typeface="Times New Roman" panose="02020603050405020304" pitchFamily="18" charset="0"/>
              <a:cs typeface="Arial" panose="020B0604020202020204" pitchFamily="34" charset="0"/>
            </a:endParaRPr>
          </a:p>
          <a:p>
            <a:pPr eaLnBrk="1" hangingPunct="1"/>
            <a:endParaRPr lang="en-US" altLang="en-US">
              <a:latin typeface="Perpetua" panose="02020502060401020303" pitchFamily="18" charset="0"/>
              <a:ea typeface="Times New Roman" panose="02020603050405020304" pitchFamily="18" charset="0"/>
              <a:cs typeface="Arial" panose="020B0604020202020204" pitchFamily="34" charset="0"/>
            </a:endParaRPr>
          </a:p>
        </p:txBody>
      </p:sp>
      <p:sp>
        <p:nvSpPr>
          <p:cNvPr id="26" name="Rectangle 25">
            <a:extLst>
              <a:ext uri="{FF2B5EF4-FFF2-40B4-BE49-F238E27FC236}">
                <a16:creationId xmlns:a16="http://schemas.microsoft.com/office/drawing/2014/main" id="{70C73854-44E1-9AFE-18BD-C970F037101E}"/>
              </a:ext>
            </a:extLst>
          </p:cNvPr>
          <p:cNvSpPr/>
          <p:nvPr/>
        </p:nvSpPr>
        <p:spPr>
          <a:xfrm>
            <a:off x="24422100" y="25282525"/>
            <a:ext cx="10363200" cy="1037907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101882" tIns="50941" rIns="101882" bIns="50941" anchor="ctr"/>
          <a:lstStyle/>
          <a:p>
            <a:pPr algn="ctr" defTabSz="4075298" eaLnBrk="1" fontAlgn="auto" hangingPunct="1">
              <a:spcBef>
                <a:spcPts val="0"/>
              </a:spcBef>
              <a:spcAft>
                <a:spcPts val="0"/>
              </a:spcAft>
              <a:defRPr/>
            </a:pPr>
            <a:endParaRPr lang="en-US" dirty="0"/>
          </a:p>
        </p:txBody>
      </p:sp>
      <p:sp>
        <p:nvSpPr>
          <p:cNvPr id="24" name="Rectangle 23">
            <a:extLst>
              <a:ext uri="{FF2B5EF4-FFF2-40B4-BE49-F238E27FC236}">
                <a16:creationId xmlns:a16="http://schemas.microsoft.com/office/drawing/2014/main" id="{2C9CCE6D-DAFE-3DD0-DFE5-FEA5E8CBA5C2}"/>
              </a:ext>
            </a:extLst>
          </p:cNvPr>
          <p:cNvSpPr/>
          <p:nvPr/>
        </p:nvSpPr>
        <p:spPr>
          <a:xfrm>
            <a:off x="13411200" y="4495800"/>
            <a:ext cx="10668000" cy="12801600"/>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101882" tIns="50941" rIns="101882" bIns="50941" anchor="ctr"/>
          <a:lstStyle/>
          <a:p>
            <a:pPr algn="ctr" defTabSz="4075298" eaLnBrk="1" fontAlgn="auto" hangingPunct="1">
              <a:spcBef>
                <a:spcPts val="0"/>
              </a:spcBef>
              <a:spcAft>
                <a:spcPts val="0"/>
              </a:spcAft>
              <a:defRPr/>
            </a:pPr>
            <a:endParaRPr lang="en-US" dirty="0"/>
          </a:p>
        </p:txBody>
      </p:sp>
      <p:sp>
        <p:nvSpPr>
          <p:cNvPr id="32" name="Rectangle 31">
            <a:extLst>
              <a:ext uri="{FF2B5EF4-FFF2-40B4-BE49-F238E27FC236}">
                <a16:creationId xmlns:a16="http://schemas.microsoft.com/office/drawing/2014/main" id="{23124D1D-88C0-C835-8201-50E39FDB4D08}"/>
              </a:ext>
            </a:extLst>
          </p:cNvPr>
          <p:cNvSpPr/>
          <p:nvPr/>
        </p:nvSpPr>
        <p:spPr>
          <a:xfrm>
            <a:off x="13411200" y="17602200"/>
            <a:ext cx="10591800" cy="1805940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101882" tIns="50941" rIns="101882" bIns="50941" anchor="ctr"/>
          <a:lstStyle/>
          <a:p>
            <a:pPr algn="ctr" defTabSz="4075298" eaLnBrk="1" fontAlgn="auto" hangingPunct="1">
              <a:spcBef>
                <a:spcPts val="0"/>
              </a:spcBef>
              <a:spcAft>
                <a:spcPts val="0"/>
              </a:spcAft>
              <a:defRPr/>
            </a:pPr>
            <a:endParaRPr lang="en-US" dirty="0"/>
          </a:p>
        </p:txBody>
      </p:sp>
      <p:sp>
        <p:nvSpPr>
          <p:cNvPr id="33" name="TextBox 32">
            <a:extLst>
              <a:ext uri="{FF2B5EF4-FFF2-40B4-BE49-F238E27FC236}">
                <a16:creationId xmlns:a16="http://schemas.microsoft.com/office/drawing/2014/main" id="{85D0CFCC-692C-08FE-05BF-F149B8EB6D40}"/>
              </a:ext>
            </a:extLst>
          </p:cNvPr>
          <p:cNvSpPr txBox="1"/>
          <p:nvPr/>
        </p:nvSpPr>
        <p:spPr>
          <a:xfrm>
            <a:off x="13487400" y="4495800"/>
            <a:ext cx="3657600" cy="584775"/>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2">
            <a:schemeClr val="accent1"/>
          </a:fillRef>
          <a:effectRef idx="1">
            <a:schemeClr val="accent1"/>
          </a:effectRef>
          <a:fontRef idx="minor">
            <a:schemeClr val="dk1"/>
          </a:fontRef>
        </p:style>
        <p:txBody>
          <a:bodyPr>
            <a:spAutoFit/>
          </a:bodyPr>
          <a:lstStyle/>
          <a:p>
            <a:pPr defTabSz="4075298" eaLnBrk="1" fontAlgn="auto" hangingPunct="1">
              <a:spcBef>
                <a:spcPts val="0"/>
              </a:spcBef>
              <a:spcAft>
                <a:spcPts val="0"/>
              </a:spcAft>
              <a:defRPr/>
            </a:pPr>
            <a:r>
              <a:rPr lang="en-US" sz="3200" dirty="0">
                <a:latin typeface="Algerian" pitchFamily="82" charset="0"/>
              </a:rPr>
              <a:t>Block diagram</a:t>
            </a:r>
          </a:p>
        </p:txBody>
      </p:sp>
      <p:graphicFrame>
        <p:nvGraphicFramePr>
          <p:cNvPr id="7186" name="Object 37">
            <a:extLst>
              <a:ext uri="{FF2B5EF4-FFF2-40B4-BE49-F238E27FC236}">
                <a16:creationId xmlns:a16="http://schemas.microsoft.com/office/drawing/2014/main" id="{55BCDD28-EEE1-361C-7830-106EAD40D616}"/>
              </a:ext>
            </a:extLst>
          </p:cNvPr>
          <p:cNvGraphicFramePr>
            <a:graphicFrameLocks noChangeAspect="1"/>
          </p:cNvGraphicFramePr>
          <p:nvPr/>
        </p:nvGraphicFramePr>
        <p:xfrm>
          <a:off x="4089400" y="2605088"/>
          <a:ext cx="914400" cy="203200"/>
        </p:xfrm>
        <a:graphic>
          <a:graphicData uri="http://schemas.openxmlformats.org/presentationml/2006/ole">
            <mc:AlternateContent xmlns:mc="http://schemas.openxmlformats.org/markup-compatibility/2006">
              <mc:Choice xmlns:v="urn:schemas-microsoft-com:vml" Requires="v">
                <p:oleObj name="Equation" r:id="rId3" imgW="435285" imgH="677109" progId="Equation.DSMT4">
                  <p:embed/>
                </p:oleObj>
              </mc:Choice>
              <mc:Fallback>
                <p:oleObj name="Equation" r:id="rId3" imgW="435285" imgH="677109" progId="Equation.DSMT4">
                  <p:embed/>
                  <p:pic>
                    <p:nvPicPr>
                      <p:cNvPr id="7186" name="Object 37">
                        <a:extLst>
                          <a:ext uri="{FF2B5EF4-FFF2-40B4-BE49-F238E27FC236}">
                            <a16:creationId xmlns:a16="http://schemas.microsoft.com/office/drawing/2014/main" id="{55BCDD28-EEE1-361C-7830-106EAD40D6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89400" y="2605088"/>
                        <a:ext cx="914400" cy="203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87" name="Object 38">
            <a:extLst>
              <a:ext uri="{FF2B5EF4-FFF2-40B4-BE49-F238E27FC236}">
                <a16:creationId xmlns:a16="http://schemas.microsoft.com/office/drawing/2014/main" id="{34406FAC-7A50-1DE2-3A0F-C6A4513C6F0D}"/>
              </a:ext>
            </a:extLst>
          </p:cNvPr>
          <p:cNvGraphicFramePr>
            <a:graphicFrameLocks noChangeAspect="1"/>
          </p:cNvGraphicFramePr>
          <p:nvPr/>
        </p:nvGraphicFramePr>
        <p:xfrm>
          <a:off x="4356100" y="2620963"/>
          <a:ext cx="381000" cy="169862"/>
        </p:xfrm>
        <a:graphic>
          <a:graphicData uri="http://schemas.openxmlformats.org/presentationml/2006/ole">
            <mc:AlternateContent xmlns:mc="http://schemas.openxmlformats.org/markup-compatibility/2006">
              <mc:Choice xmlns:v="urn:schemas-microsoft-com:vml" Requires="v">
                <p:oleObj name="Equation" r:id="rId5" imgW="380835" imgH="165028" progId="Equation.DSMT4">
                  <p:embed/>
                </p:oleObj>
              </mc:Choice>
              <mc:Fallback>
                <p:oleObj name="Equation" r:id="rId5" imgW="380835" imgH="165028" progId="Equation.DSMT4">
                  <p:embed/>
                  <p:pic>
                    <p:nvPicPr>
                      <p:cNvPr id="7187" name="Object 38">
                        <a:extLst>
                          <a:ext uri="{FF2B5EF4-FFF2-40B4-BE49-F238E27FC236}">
                            <a16:creationId xmlns:a16="http://schemas.microsoft.com/office/drawing/2014/main" id="{34406FAC-7A50-1DE2-3A0F-C6A4513C6F0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56100" y="2620963"/>
                        <a:ext cx="381000" cy="169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 name="TextBox 42">
            <a:extLst>
              <a:ext uri="{FF2B5EF4-FFF2-40B4-BE49-F238E27FC236}">
                <a16:creationId xmlns:a16="http://schemas.microsoft.com/office/drawing/2014/main" id="{898B7F67-DC91-74C6-0834-209DF8FF712C}"/>
              </a:ext>
            </a:extLst>
          </p:cNvPr>
          <p:cNvSpPr txBox="1"/>
          <p:nvPr/>
        </p:nvSpPr>
        <p:spPr>
          <a:xfrm>
            <a:off x="13536295" y="17737643"/>
            <a:ext cx="3048000" cy="584775"/>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2">
            <a:schemeClr val="accent1"/>
          </a:fillRef>
          <a:effectRef idx="1">
            <a:schemeClr val="accent1"/>
          </a:effectRef>
          <a:fontRef idx="minor">
            <a:schemeClr val="dk1"/>
          </a:fontRef>
        </p:style>
        <p:txBody>
          <a:bodyPr>
            <a:spAutoFit/>
          </a:bodyPr>
          <a:lstStyle/>
          <a:p>
            <a:pPr defTabSz="4075298" eaLnBrk="1" fontAlgn="auto" hangingPunct="1">
              <a:spcBef>
                <a:spcPts val="0"/>
              </a:spcBef>
              <a:spcAft>
                <a:spcPts val="0"/>
              </a:spcAft>
              <a:defRPr/>
            </a:pPr>
            <a:r>
              <a:rPr lang="en-US" sz="3200" dirty="0">
                <a:latin typeface="Algerian" pitchFamily="82" charset="0"/>
              </a:rPr>
              <a:t>flowchart</a:t>
            </a:r>
          </a:p>
        </p:txBody>
      </p:sp>
      <p:sp>
        <p:nvSpPr>
          <p:cNvPr id="7191" name="TextBox 43">
            <a:extLst>
              <a:ext uri="{FF2B5EF4-FFF2-40B4-BE49-F238E27FC236}">
                <a16:creationId xmlns:a16="http://schemas.microsoft.com/office/drawing/2014/main" id="{A7358E9E-7441-8D53-1421-8FE25500A2C7}"/>
              </a:ext>
            </a:extLst>
          </p:cNvPr>
          <p:cNvSpPr txBox="1">
            <a:spLocks noChangeArrowheads="1"/>
          </p:cNvSpPr>
          <p:nvPr/>
        </p:nvSpPr>
        <p:spPr bwMode="auto">
          <a:xfrm>
            <a:off x="13771563" y="20475575"/>
            <a:ext cx="10287000"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1" hangingPunct="1"/>
            <a:endParaRPr lang="en-US" altLang="en-US" sz="3200"/>
          </a:p>
          <a:p>
            <a:pPr algn="just" eaLnBrk="1" hangingPunct="1"/>
            <a:endParaRPr lang="en-US" altLang="en-US" sz="3200"/>
          </a:p>
        </p:txBody>
      </p:sp>
      <p:sp>
        <p:nvSpPr>
          <p:cNvPr id="7199" name="TextBox 46">
            <a:extLst>
              <a:ext uri="{FF2B5EF4-FFF2-40B4-BE49-F238E27FC236}">
                <a16:creationId xmlns:a16="http://schemas.microsoft.com/office/drawing/2014/main" id="{E9954329-1673-9322-AFCB-3CF934D4AC2A}"/>
              </a:ext>
            </a:extLst>
          </p:cNvPr>
          <p:cNvSpPr txBox="1">
            <a:spLocks noChangeArrowheads="1"/>
          </p:cNvSpPr>
          <p:nvPr/>
        </p:nvSpPr>
        <p:spPr bwMode="auto">
          <a:xfrm>
            <a:off x="24688800" y="26065163"/>
            <a:ext cx="9829800" cy="19578637"/>
          </a:xfrm>
          <a:prstGeom prst="rect">
            <a:avLst/>
          </a:prstGeom>
          <a:noFill/>
          <a:ln>
            <a:noFill/>
          </a:ln>
        </p:spPr>
        <p:txBody>
          <a:bodyPr>
            <a:spAutoFit/>
          </a:bodyPr>
          <a:lstStyle>
            <a:lvl1pPr>
              <a:defRPr sz="8000">
                <a:solidFill>
                  <a:schemeClr val="tx1"/>
                </a:solidFill>
                <a:latin typeface="Arial" panose="020B0604020202020204" pitchFamily="34" charset="0"/>
              </a:defRPr>
            </a:lvl1pPr>
            <a:lvl2pPr marL="742950" indent="-285750">
              <a:defRPr sz="8000">
                <a:solidFill>
                  <a:schemeClr val="tx1"/>
                </a:solidFill>
                <a:latin typeface="Arial" panose="020B0604020202020204" pitchFamily="34" charset="0"/>
              </a:defRPr>
            </a:lvl2pPr>
            <a:lvl3pPr marL="1143000" indent="-228600">
              <a:defRPr sz="8000">
                <a:solidFill>
                  <a:schemeClr val="tx1"/>
                </a:solidFill>
                <a:latin typeface="Arial" panose="020B0604020202020204" pitchFamily="34" charset="0"/>
              </a:defRPr>
            </a:lvl3pPr>
            <a:lvl4pPr marL="1600200" indent="-228600">
              <a:defRPr sz="8000">
                <a:solidFill>
                  <a:schemeClr val="tx1"/>
                </a:solidFill>
                <a:latin typeface="Arial" panose="020B0604020202020204" pitchFamily="34" charset="0"/>
              </a:defRPr>
            </a:lvl4pPr>
            <a:lvl5pPr marL="2057400" indent="-228600">
              <a:defRPr sz="8000">
                <a:solidFill>
                  <a:schemeClr val="tx1"/>
                </a:solidFill>
                <a:latin typeface="Arial" panose="020B0604020202020204" pitchFamily="34" charset="0"/>
              </a:defRPr>
            </a:lvl5pPr>
            <a:lvl6pPr marL="2514600" indent="-228600" defTabSz="4075113" eaLnBrk="0" fontAlgn="base" hangingPunct="0">
              <a:spcBef>
                <a:spcPct val="0"/>
              </a:spcBef>
              <a:spcAft>
                <a:spcPct val="0"/>
              </a:spcAft>
              <a:defRPr sz="8000">
                <a:solidFill>
                  <a:schemeClr val="tx1"/>
                </a:solidFill>
                <a:latin typeface="Arial" panose="020B0604020202020204" pitchFamily="34" charset="0"/>
              </a:defRPr>
            </a:lvl6pPr>
            <a:lvl7pPr marL="2971800" indent="-228600" defTabSz="4075113" eaLnBrk="0" fontAlgn="base" hangingPunct="0">
              <a:spcBef>
                <a:spcPct val="0"/>
              </a:spcBef>
              <a:spcAft>
                <a:spcPct val="0"/>
              </a:spcAft>
              <a:defRPr sz="8000">
                <a:solidFill>
                  <a:schemeClr val="tx1"/>
                </a:solidFill>
                <a:latin typeface="Arial" panose="020B0604020202020204" pitchFamily="34" charset="0"/>
              </a:defRPr>
            </a:lvl7pPr>
            <a:lvl8pPr marL="3429000" indent="-228600" defTabSz="4075113" eaLnBrk="0" fontAlgn="base" hangingPunct="0">
              <a:spcBef>
                <a:spcPct val="0"/>
              </a:spcBef>
              <a:spcAft>
                <a:spcPct val="0"/>
              </a:spcAft>
              <a:defRPr sz="8000">
                <a:solidFill>
                  <a:schemeClr val="tx1"/>
                </a:solidFill>
                <a:latin typeface="Arial" panose="020B0604020202020204" pitchFamily="34" charset="0"/>
              </a:defRPr>
            </a:lvl8pPr>
            <a:lvl9pPr marL="3886200" indent="-228600" defTabSz="4075113" eaLnBrk="0" fontAlgn="base" hangingPunct="0">
              <a:spcBef>
                <a:spcPct val="0"/>
              </a:spcBef>
              <a:spcAft>
                <a:spcPct val="0"/>
              </a:spcAft>
              <a:defRPr sz="8000">
                <a:solidFill>
                  <a:schemeClr val="tx1"/>
                </a:solidFill>
                <a:latin typeface="Arial" panose="020B0604020202020204" pitchFamily="34" charset="0"/>
              </a:defRPr>
            </a:lvl9pPr>
          </a:lstStyle>
          <a:p>
            <a:pPr marL="6350" indent="-6350" algn="just">
              <a:lnSpc>
                <a:spcPct val="103000"/>
              </a:lnSpc>
              <a:spcAft>
                <a:spcPts val="20"/>
              </a:spcAft>
              <a:defRPr/>
            </a:pPr>
            <a:r>
              <a:rPr lang="en-IN" sz="3200" kern="100" dirty="0">
                <a:solidFill>
                  <a:srgbClr val="000000"/>
                </a:solidFill>
                <a:latin typeface="Times New Roman" panose="02020603050405020304" pitchFamily="18" charset="0"/>
                <a:ea typeface="Times New Roman" panose="02020603050405020304" pitchFamily="18" charset="0"/>
              </a:rPr>
              <a:t>[1] </a:t>
            </a:r>
            <a:r>
              <a:rPr lang="en-IN" sz="3200" kern="100" dirty="0">
                <a:solidFill>
                  <a:srgbClr val="222222"/>
                </a:solidFill>
                <a:latin typeface="Times New Roman" panose="02020603050405020304" pitchFamily="18" charset="0"/>
                <a:ea typeface="Times New Roman" panose="02020603050405020304" pitchFamily="18" charset="0"/>
              </a:rPr>
              <a:t>Somashekar, H., B. Santhoshi, and T. Swetha. "ENHANCING WOMEN'S SAFETY WITH RASPBERRY PI PICO." </a:t>
            </a:r>
            <a:r>
              <a:rPr lang="en-IN" sz="3200" i="1" kern="100" dirty="0">
                <a:solidFill>
                  <a:srgbClr val="222222"/>
                </a:solidFill>
                <a:latin typeface="Times New Roman" panose="02020603050405020304" pitchFamily="18" charset="0"/>
                <a:ea typeface="Times New Roman" panose="02020603050405020304" pitchFamily="18" charset="0"/>
              </a:rPr>
              <a:t>Journal of Nonlinear Analysis and Optimization</a:t>
            </a:r>
            <a:r>
              <a:rPr lang="en-IN" sz="3200" kern="100" dirty="0">
                <a:solidFill>
                  <a:srgbClr val="222222"/>
                </a:solidFill>
                <a:latin typeface="Times New Roman" panose="02020603050405020304" pitchFamily="18" charset="0"/>
                <a:ea typeface="Times New Roman" panose="02020603050405020304" pitchFamily="18" charset="0"/>
              </a:rPr>
              <a:t> 14.2 (2023).</a:t>
            </a:r>
            <a:endParaRPr lang="en-IN" sz="3200" kern="100" dirty="0">
              <a:solidFill>
                <a:srgbClr val="000000"/>
              </a:solidFill>
              <a:latin typeface="Times New Roman" panose="02020603050405020304" pitchFamily="18" charset="0"/>
              <a:ea typeface="Times New Roman" panose="02020603050405020304" pitchFamily="18" charset="0"/>
            </a:endParaRPr>
          </a:p>
          <a:p>
            <a:pPr marL="6350" indent="-6350" algn="just">
              <a:lnSpc>
                <a:spcPct val="103000"/>
              </a:lnSpc>
              <a:spcAft>
                <a:spcPts val="20"/>
              </a:spcAft>
              <a:defRPr/>
            </a:pPr>
            <a:r>
              <a:rPr lang="en-IN" sz="3200" kern="100" dirty="0">
                <a:solidFill>
                  <a:srgbClr val="000000"/>
                </a:solidFill>
                <a:latin typeface="Times New Roman" panose="02020603050405020304" pitchFamily="18" charset="0"/>
                <a:ea typeface="Times New Roman" panose="02020603050405020304" pitchFamily="18" charset="0"/>
              </a:rPr>
              <a:t>[2] </a:t>
            </a:r>
            <a:r>
              <a:rPr lang="en-IN" sz="3200" kern="100" dirty="0">
                <a:solidFill>
                  <a:srgbClr val="222222"/>
                </a:solidFill>
                <a:latin typeface="Times New Roman" panose="02020603050405020304" pitchFamily="18" charset="0"/>
                <a:ea typeface="Times New Roman" panose="02020603050405020304" pitchFamily="18" charset="0"/>
              </a:rPr>
              <a:t>Panda, Prabhat Kumar, et al. "A compact safety system for women security using IoT." </a:t>
            </a:r>
            <a:r>
              <a:rPr lang="en-IN" sz="3200" i="1" kern="100" dirty="0">
                <a:solidFill>
                  <a:srgbClr val="222222"/>
                </a:solidFill>
                <a:latin typeface="Times New Roman" panose="02020603050405020304" pitchFamily="18" charset="0"/>
                <a:ea typeface="Times New Roman" panose="02020603050405020304" pitchFamily="18" charset="0"/>
              </a:rPr>
              <a:t>2020 IEEE international conference on technology, engineering, management for societal impact using marketing, entrepreneurship and talent (TEMSMET)</a:t>
            </a:r>
            <a:r>
              <a:rPr lang="en-IN" sz="3200" kern="100" dirty="0">
                <a:solidFill>
                  <a:srgbClr val="222222"/>
                </a:solidFill>
                <a:latin typeface="Times New Roman" panose="02020603050405020304" pitchFamily="18" charset="0"/>
                <a:ea typeface="Times New Roman" panose="02020603050405020304" pitchFamily="18" charset="0"/>
              </a:rPr>
              <a:t>. IEEE, 2020.</a:t>
            </a:r>
            <a:endParaRPr lang="en-IN" sz="3200" kern="100" dirty="0">
              <a:solidFill>
                <a:srgbClr val="000000"/>
              </a:solidFill>
              <a:latin typeface="Times New Roman" panose="02020603050405020304" pitchFamily="18" charset="0"/>
              <a:ea typeface="Times New Roman" panose="02020603050405020304" pitchFamily="18" charset="0"/>
            </a:endParaRPr>
          </a:p>
          <a:p>
            <a:pPr marL="6350" indent="-6350" algn="just">
              <a:lnSpc>
                <a:spcPct val="103000"/>
              </a:lnSpc>
              <a:spcAft>
                <a:spcPts val="20"/>
              </a:spcAft>
              <a:defRPr/>
            </a:pPr>
            <a:r>
              <a:rPr lang="en-IN" sz="3200" kern="100" dirty="0">
                <a:solidFill>
                  <a:srgbClr val="222222"/>
                </a:solidFill>
                <a:latin typeface="Times New Roman" panose="02020603050405020304" pitchFamily="18" charset="0"/>
                <a:ea typeface="Times New Roman" panose="02020603050405020304" pitchFamily="18" charset="0"/>
              </a:rPr>
              <a:t>[3] Saranya, N., et al. "A Smart friendly IoT device for women safety with GSM and GPS location tracking." </a:t>
            </a:r>
            <a:r>
              <a:rPr lang="en-IN" sz="3200" i="1" kern="100" dirty="0">
                <a:solidFill>
                  <a:srgbClr val="222222"/>
                </a:solidFill>
                <a:latin typeface="Times New Roman" panose="02020603050405020304" pitchFamily="18" charset="0"/>
                <a:ea typeface="Times New Roman" panose="02020603050405020304" pitchFamily="18" charset="0"/>
              </a:rPr>
              <a:t>2021 5th International Conference on Electronics, Communication and Aerospace Technology (ICECA)</a:t>
            </a:r>
            <a:r>
              <a:rPr lang="en-IN" sz="3200" kern="100" dirty="0">
                <a:solidFill>
                  <a:srgbClr val="222222"/>
                </a:solidFill>
                <a:latin typeface="Times New Roman" panose="02020603050405020304" pitchFamily="18" charset="0"/>
                <a:ea typeface="Times New Roman" panose="02020603050405020304" pitchFamily="18" charset="0"/>
              </a:rPr>
              <a:t>. IEEE, 2021.</a:t>
            </a:r>
            <a:endParaRPr lang="en-IN" sz="3200" kern="100" dirty="0">
              <a:solidFill>
                <a:srgbClr val="000000"/>
              </a:solidFill>
              <a:latin typeface="Times New Roman" panose="02020603050405020304" pitchFamily="18" charset="0"/>
              <a:ea typeface="Times New Roman" panose="02020603050405020304" pitchFamily="18" charset="0"/>
            </a:endParaRPr>
          </a:p>
          <a:p>
            <a:pPr marL="6350" indent="-6350" algn="just">
              <a:lnSpc>
                <a:spcPct val="103000"/>
              </a:lnSpc>
              <a:spcAft>
                <a:spcPts val="20"/>
              </a:spcAft>
              <a:defRPr/>
            </a:pPr>
            <a:r>
              <a:rPr lang="en-IN" sz="3200" kern="100" dirty="0">
                <a:solidFill>
                  <a:srgbClr val="222222"/>
                </a:solidFill>
                <a:latin typeface="Times New Roman" panose="02020603050405020304" pitchFamily="18" charset="0"/>
                <a:ea typeface="Times New Roman" panose="02020603050405020304" pitchFamily="18" charset="0"/>
              </a:rPr>
              <a:t>[4]</a:t>
            </a:r>
            <a:r>
              <a:rPr lang="en-IN" sz="3200" kern="100" dirty="0">
                <a:solidFill>
                  <a:srgbClr val="222222"/>
                </a:solidFill>
                <a:ea typeface="Times New Roman" panose="02020603050405020304" pitchFamily="18" charset="0"/>
              </a:rPr>
              <a:t> </a:t>
            </a:r>
            <a:r>
              <a:rPr lang="en-IN" sz="3200" kern="100" dirty="0">
                <a:solidFill>
                  <a:srgbClr val="222222"/>
                </a:solidFill>
                <a:latin typeface="Times New Roman" panose="02020603050405020304" pitchFamily="18" charset="0"/>
                <a:ea typeface="Times New Roman" panose="02020603050405020304" pitchFamily="18" charset="0"/>
              </a:rPr>
              <a:t>Roy, Pritika, Kazi Rifah Noor, and </a:t>
            </a:r>
            <a:r>
              <a:rPr lang="en-IN" sz="3200" kern="100" dirty="0" err="1">
                <a:solidFill>
                  <a:srgbClr val="222222"/>
                </a:solidFill>
                <a:latin typeface="Times New Roman" panose="02020603050405020304" pitchFamily="18" charset="0"/>
                <a:ea typeface="Times New Roman" panose="02020603050405020304" pitchFamily="18" charset="0"/>
              </a:rPr>
              <a:t>Sarowar</a:t>
            </a:r>
            <a:r>
              <a:rPr lang="en-IN" sz="3200" kern="100" dirty="0">
                <a:solidFill>
                  <a:srgbClr val="222222"/>
                </a:solidFill>
                <a:latin typeface="Times New Roman" panose="02020603050405020304" pitchFamily="18" charset="0"/>
                <a:ea typeface="Times New Roman" panose="02020603050405020304" pitchFamily="18" charset="0"/>
              </a:rPr>
              <a:t> Morshed Shawon. "Safe-Women: an IoT-Enabled Smart Safeguarding Device for Enhancing Women's Security." </a:t>
            </a:r>
            <a:r>
              <a:rPr lang="en-IN" sz="3200" i="1" kern="100" dirty="0">
                <a:solidFill>
                  <a:srgbClr val="222222"/>
                </a:solidFill>
                <a:latin typeface="Times New Roman" panose="02020603050405020304" pitchFamily="18" charset="0"/>
                <a:ea typeface="Times New Roman" panose="02020603050405020304" pitchFamily="18" charset="0"/>
              </a:rPr>
              <a:t>2024 IEEE International Conference on Power (PEEIACON)</a:t>
            </a:r>
            <a:r>
              <a:rPr lang="en-IN" sz="3200" kern="100" dirty="0">
                <a:solidFill>
                  <a:srgbClr val="222222"/>
                </a:solidFill>
                <a:latin typeface="Times New Roman" panose="02020603050405020304" pitchFamily="18" charset="0"/>
                <a:ea typeface="Times New Roman" panose="02020603050405020304" pitchFamily="18" charset="0"/>
              </a:rPr>
              <a:t>. IEEE, 2024.</a:t>
            </a:r>
            <a:endParaRPr lang="en-IN" sz="3200" kern="100" dirty="0">
              <a:solidFill>
                <a:srgbClr val="000000"/>
              </a:solidFill>
              <a:latin typeface="Times New Roman" panose="02020603050405020304" pitchFamily="18" charset="0"/>
              <a:ea typeface="Times New Roman" panose="02020603050405020304" pitchFamily="18" charset="0"/>
            </a:endParaRPr>
          </a:p>
          <a:p>
            <a:pPr eaLnBrk="1" hangingPunct="1">
              <a:defRPr/>
            </a:pPr>
            <a:endParaRPr lang="en-US" altLang="en-US" sz="3200" i="1" dirty="0"/>
          </a:p>
          <a:p>
            <a:pPr eaLnBrk="1" hangingPunct="1">
              <a:defRPr/>
            </a:pPr>
            <a:endParaRPr lang="en-US" altLang="en-US" sz="3200" i="1" dirty="0"/>
          </a:p>
          <a:p>
            <a:pPr algn="just" eaLnBrk="1" hangingPunct="1">
              <a:defRPr/>
            </a:pPr>
            <a:endParaRPr lang="en-US" altLang="en-US" sz="3200" dirty="0"/>
          </a:p>
          <a:p>
            <a:pPr eaLnBrk="1" hangingPunct="1">
              <a:defRPr/>
            </a:pPr>
            <a:endParaRPr lang="en-US" altLang="en-US" sz="3200" dirty="0"/>
          </a:p>
          <a:p>
            <a:pPr eaLnBrk="1" hangingPunct="1">
              <a:defRPr/>
            </a:pPr>
            <a:endParaRPr lang="en-US" altLang="en-US" sz="3200" b="1" dirty="0"/>
          </a:p>
          <a:p>
            <a:pPr eaLnBrk="1" hangingPunct="1">
              <a:defRPr/>
            </a:pPr>
            <a:endParaRPr lang="el-GR" altLang="en-US" sz="3200" dirty="0"/>
          </a:p>
          <a:p>
            <a:pPr algn="just" eaLnBrk="1" hangingPunct="1">
              <a:defRPr/>
            </a:pPr>
            <a:endParaRPr lang="en-US" altLang="en-US" sz="3200" dirty="0"/>
          </a:p>
          <a:p>
            <a:pPr eaLnBrk="1" hangingPunct="1">
              <a:defRPr/>
            </a:pPr>
            <a:endParaRPr lang="en-US" altLang="en-US" sz="3200" dirty="0"/>
          </a:p>
          <a:p>
            <a:pPr algn="just" eaLnBrk="1" hangingPunct="1">
              <a:defRPr/>
            </a:pPr>
            <a:endParaRPr lang="en-US" altLang="en-US" sz="3200" dirty="0"/>
          </a:p>
          <a:p>
            <a:pPr algn="just" eaLnBrk="1" hangingPunct="1">
              <a:defRPr/>
            </a:pPr>
            <a:endParaRPr lang="en-US" altLang="en-US" sz="3200" dirty="0"/>
          </a:p>
          <a:p>
            <a:pPr algn="just" eaLnBrk="1" hangingPunct="1">
              <a:defRPr/>
            </a:pPr>
            <a:endParaRPr lang="en-US" altLang="en-US" sz="3200" dirty="0"/>
          </a:p>
          <a:p>
            <a:pPr algn="just" eaLnBrk="1" hangingPunct="1">
              <a:defRPr/>
            </a:pPr>
            <a:endParaRPr lang="en-US" altLang="en-US" sz="3200" dirty="0"/>
          </a:p>
          <a:p>
            <a:pPr algn="just" eaLnBrk="1" hangingPunct="1">
              <a:defRPr/>
            </a:pPr>
            <a:endParaRPr lang="en-US" altLang="en-US" sz="3200" dirty="0"/>
          </a:p>
          <a:p>
            <a:pPr algn="just" eaLnBrk="1" hangingPunct="1">
              <a:defRPr/>
            </a:pPr>
            <a:endParaRPr lang="en-US" altLang="en-US" sz="3200" dirty="0"/>
          </a:p>
          <a:p>
            <a:pPr algn="just" eaLnBrk="1" hangingPunct="1">
              <a:defRPr/>
            </a:pPr>
            <a:endParaRPr lang="en-US" altLang="en-US" sz="3200" dirty="0"/>
          </a:p>
          <a:p>
            <a:pPr algn="just" eaLnBrk="1" hangingPunct="1">
              <a:defRPr/>
            </a:pPr>
            <a:endParaRPr lang="en-US" altLang="en-US" sz="3200" dirty="0"/>
          </a:p>
          <a:p>
            <a:pPr algn="just" eaLnBrk="1" hangingPunct="1">
              <a:defRPr/>
            </a:pPr>
            <a:endParaRPr lang="en-US" altLang="en-US" sz="3200" dirty="0"/>
          </a:p>
          <a:p>
            <a:pPr algn="just" eaLnBrk="1" hangingPunct="1">
              <a:defRPr/>
            </a:pPr>
            <a:endParaRPr lang="en-US" altLang="en-US" sz="3200" dirty="0"/>
          </a:p>
          <a:p>
            <a:pPr algn="just" eaLnBrk="1" hangingPunct="1">
              <a:defRPr/>
            </a:pPr>
            <a:endParaRPr lang="en-US" altLang="en-US" sz="3200" dirty="0"/>
          </a:p>
          <a:p>
            <a:pPr algn="just" eaLnBrk="1" hangingPunct="1">
              <a:defRPr/>
            </a:pPr>
            <a:endParaRPr lang="en-US" altLang="en-US" sz="3200" dirty="0"/>
          </a:p>
        </p:txBody>
      </p:sp>
      <p:sp>
        <p:nvSpPr>
          <p:cNvPr id="39" name="Rectangle 38">
            <a:extLst>
              <a:ext uri="{FF2B5EF4-FFF2-40B4-BE49-F238E27FC236}">
                <a16:creationId xmlns:a16="http://schemas.microsoft.com/office/drawing/2014/main" id="{20931F24-5313-157B-2934-56453E037486}"/>
              </a:ext>
            </a:extLst>
          </p:cNvPr>
          <p:cNvSpPr/>
          <p:nvPr/>
        </p:nvSpPr>
        <p:spPr>
          <a:xfrm>
            <a:off x="685800" y="21183600"/>
            <a:ext cx="12061825" cy="4378325"/>
          </a:xfrm>
          <a:prstGeom prst="rect">
            <a:avLst/>
          </a:prstGeom>
          <a:solidFill>
            <a:srgbClr val="FFEFFF"/>
          </a:solidFill>
        </p:spPr>
        <p:style>
          <a:lnRef idx="2">
            <a:schemeClr val="accent1">
              <a:shade val="50000"/>
            </a:schemeClr>
          </a:lnRef>
          <a:fillRef idx="1">
            <a:schemeClr val="accent1"/>
          </a:fillRef>
          <a:effectRef idx="0">
            <a:schemeClr val="accent1"/>
          </a:effectRef>
          <a:fontRef idx="minor">
            <a:schemeClr val="lt1"/>
          </a:fontRef>
        </p:style>
        <p:txBody>
          <a:bodyPr lIns="101882" tIns="50941" rIns="101882" bIns="50941" anchor="ctr"/>
          <a:lstStyle/>
          <a:p>
            <a:pPr algn="ctr" defTabSz="4075298" eaLnBrk="1" fontAlgn="auto" hangingPunct="1">
              <a:spcBef>
                <a:spcPts val="0"/>
              </a:spcBef>
              <a:spcAft>
                <a:spcPts val="0"/>
              </a:spcAft>
              <a:defRPr/>
            </a:pPr>
            <a:endParaRPr lang="en-US" dirty="0"/>
          </a:p>
        </p:txBody>
      </p:sp>
      <p:sp>
        <p:nvSpPr>
          <p:cNvPr id="40" name="TextBox 39">
            <a:extLst>
              <a:ext uri="{FF2B5EF4-FFF2-40B4-BE49-F238E27FC236}">
                <a16:creationId xmlns:a16="http://schemas.microsoft.com/office/drawing/2014/main" id="{22EC5503-2686-7BB0-D2B1-8C707F07E45D}"/>
              </a:ext>
            </a:extLst>
          </p:cNvPr>
          <p:cNvSpPr txBox="1"/>
          <p:nvPr/>
        </p:nvSpPr>
        <p:spPr>
          <a:xfrm>
            <a:off x="762000" y="21259800"/>
            <a:ext cx="4419600" cy="584775"/>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2">
            <a:schemeClr val="accent1"/>
          </a:fillRef>
          <a:effectRef idx="1">
            <a:schemeClr val="accent1"/>
          </a:effectRef>
          <a:fontRef idx="minor">
            <a:schemeClr val="dk1"/>
          </a:fontRef>
        </p:style>
        <p:txBody>
          <a:bodyPr>
            <a:spAutoFit/>
          </a:bodyPr>
          <a:lstStyle/>
          <a:p>
            <a:pPr defTabSz="4075298" eaLnBrk="1" fontAlgn="auto" hangingPunct="1">
              <a:spcBef>
                <a:spcPts val="0"/>
              </a:spcBef>
              <a:spcAft>
                <a:spcPts val="0"/>
              </a:spcAft>
              <a:defRPr/>
            </a:pPr>
            <a:r>
              <a:rPr lang="en-US" sz="3200" dirty="0">
                <a:latin typeface="Algerian" pitchFamily="82" charset="0"/>
              </a:rPr>
              <a:t>System components</a:t>
            </a:r>
          </a:p>
        </p:txBody>
      </p:sp>
      <p:sp>
        <p:nvSpPr>
          <p:cNvPr id="7197" name="TextBox 40">
            <a:extLst>
              <a:ext uri="{FF2B5EF4-FFF2-40B4-BE49-F238E27FC236}">
                <a16:creationId xmlns:a16="http://schemas.microsoft.com/office/drawing/2014/main" id="{49A73F01-41E7-C979-3A90-B4D173BB54CF}"/>
              </a:ext>
            </a:extLst>
          </p:cNvPr>
          <p:cNvSpPr txBox="1">
            <a:spLocks noChangeArrowheads="1"/>
          </p:cNvSpPr>
          <p:nvPr/>
        </p:nvSpPr>
        <p:spPr bwMode="auto">
          <a:xfrm>
            <a:off x="762000" y="22021800"/>
            <a:ext cx="11887200" cy="354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8000">
                <a:solidFill>
                  <a:schemeClr val="tx1"/>
                </a:solidFill>
                <a:latin typeface="Arial" panose="020B0604020202020204" pitchFamily="34" charset="0"/>
              </a:defRPr>
            </a:lvl1pPr>
            <a:lvl2pPr marL="742950" indent="-285750">
              <a:defRPr sz="8000">
                <a:solidFill>
                  <a:schemeClr val="tx1"/>
                </a:solidFill>
                <a:latin typeface="Arial" panose="020B0604020202020204" pitchFamily="34" charset="0"/>
              </a:defRPr>
            </a:lvl2pPr>
            <a:lvl3pPr marL="1143000" indent="-228600">
              <a:defRPr sz="8000">
                <a:solidFill>
                  <a:schemeClr val="tx1"/>
                </a:solidFill>
                <a:latin typeface="Arial" panose="020B0604020202020204" pitchFamily="34" charset="0"/>
              </a:defRPr>
            </a:lvl3pPr>
            <a:lvl4pPr marL="469900" indent="-457200">
              <a:defRPr sz="8000">
                <a:solidFill>
                  <a:schemeClr val="tx1"/>
                </a:solidFill>
                <a:latin typeface="Arial" panose="020B0604020202020204" pitchFamily="34" charset="0"/>
              </a:defRPr>
            </a:lvl4pPr>
            <a:lvl5pPr marL="2057400" indent="-228600">
              <a:defRPr sz="8000">
                <a:solidFill>
                  <a:schemeClr val="tx1"/>
                </a:solidFill>
                <a:latin typeface="Arial" panose="020B0604020202020204" pitchFamily="34" charset="0"/>
              </a:defRPr>
            </a:lvl5pPr>
            <a:lvl6pPr marL="2514600" indent="-228600" defTabSz="4075113" eaLnBrk="0" fontAlgn="base" hangingPunct="0">
              <a:spcBef>
                <a:spcPct val="0"/>
              </a:spcBef>
              <a:spcAft>
                <a:spcPct val="0"/>
              </a:spcAft>
              <a:defRPr sz="8000">
                <a:solidFill>
                  <a:schemeClr val="tx1"/>
                </a:solidFill>
                <a:latin typeface="Arial" panose="020B0604020202020204" pitchFamily="34" charset="0"/>
              </a:defRPr>
            </a:lvl6pPr>
            <a:lvl7pPr marL="2971800" indent="-228600" defTabSz="4075113" eaLnBrk="0" fontAlgn="base" hangingPunct="0">
              <a:spcBef>
                <a:spcPct val="0"/>
              </a:spcBef>
              <a:spcAft>
                <a:spcPct val="0"/>
              </a:spcAft>
              <a:defRPr sz="8000">
                <a:solidFill>
                  <a:schemeClr val="tx1"/>
                </a:solidFill>
                <a:latin typeface="Arial" panose="020B0604020202020204" pitchFamily="34" charset="0"/>
              </a:defRPr>
            </a:lvl7pPr>
            <a:lvl8pPr marL="3429000" indent="-228600" defTabSz="4075113" eaLnBrk="0" fontAlgn="base" hangingPunct="0">
              <a:spcBef>
                <a:spcPct val="0"/>
              </a:spcBef>
              <a:spcAft>
                <a:spcPct val="0"/>
              </a:spcAft>
              <a:defRPr sz="8000">
                <a:solidFill>
                  <a:schemeClr val="tx1"/>
                </a:solidFill>
                <a:latin typeface="Arial" panose="020B0604020202020204" pitchFamily="34" charset="0"/>
              </a:defRPr>
            </a:lvl8pPr>
            <a:lvl9pPr marL="3886200" indent="-228600" defTabSz="4075113" eaLnBrk="0" fontAlgn="base" hangingPunct="0">
              <a:spcBef>
                <a:spcPct val="0"/>
              </a:spcBef>
              <a:spcAft>
                <a:spcPct val="0"/>
              </a:spcAft>
              <a:defRPr sz="8000">
                <a:solidFill>
                  <a:schemeClr val="tx1"/>
                </a:solidFill>
                <a:latin typeface="Arial" panose="020B0604020202020204" pitchFamily="34" charset="0"/>
              </a:defRPr>
            </a:lvl9pPr>
          </a:lstStyle>
          <a:p>
            <a:pPr lvl="3">
              <a:buClr>
                <a:schemeClr val="tx1"/>
              </a:buClr>
              <a:buSzPct val="100000"/>
              <a:buFont typeface="Franklin Gothic Book" panose="020B0503020102020204" pitchFamily="34" charset="0"/>
              <a:buAutoNum type="arabicPeriod"/>
            </a:pPr>
            <a:r>
              <a:rPr lang="en-IN" altLang="en-US" sz="3200">
                <a:ea typeface="Calibri" panose="020F0502020204030204" pitchFamily="34" charset="0"/>
                <a:cs typeface="Arial" panose="020B0604020202020204" pitchFamily="34" charset="0"/>
                <a:sym typeface="Times New Roman" panose="02020603050405020304" pitchFamily="18" charset="0"/>
              </a:rPr>
              <a:t>Raspberry Pi Pico</a:t>
            </a:r>
            <a:endParaRPr lang="en-IN" altLang="en-US" sz="3200">
              <a:ea typeface="Calibri" panose="020F0502020204030204" pitchFamily="34" charset="0"/>
              <a:cs typeface="Arial" panose="020B0604020202020204" pitchFamily="34" charset="0"/>
            </a:endParaRPr>
          </a:p>
          <a:p>
            <a:pPr lvl="3">
              <a:buClr>
                <a:schemeClr val="tx1"/>
              </a:buClr>
              <a:buSzPct val="100000"/>
              <a:buFont typeface="Franklin Gothic Book" panose="020B0503020102020204" pitchFamily="34" charset="0"/>
              <a:buAutoNum type="arabicPeriod"/>
            </a:pPr>
            <a:r>
              <a:rPr lang="en-IN" altLang="en-US" sz="3200">
                <a:ea typeface="Calibri" panose="020F0502020204030204" pitchFamily="34" charset="0"/>
                <a:cs typeface="Arial" panose="020B0604020202020204" pitchFamily="34" charset="0"/>
              </a:rPr>
              <a:t>GPS Module</a:t>
            </a:r>
            <a:endParaRPr lang="en-US" altLang="en-US" sz="3200">
              <a:ea typeface="Calibri" panose="020F0502020204030204" pitchFamily="34" charset="0"/>
              <a:cs typeface="Arial" panose="020B0604020202020204" pitchFamily="34" charset="0"/>
            </a:endParaRPr>
          </a:p>
          <a:p>
            <a:pPr lvl="3">
              <a:buClr>
                <a:schemeClr val="tx1"/>
              </a:buClr>
              <a:buSzPct val="100000"/>
              <a:buFont typeface="Franklin Gothic Book" panose="020B0503020102020204" pitchFamily="34" charset="0"/>
              <a:buAutoNum type="arabicPeriod"/>
            </a:pPr>
            <a:r>
              <a:rPr lang="en-IN" altLang="en-US" sz="3200">
                <a:ea typeface="Calibri" panose="020F0502020204030204" pitchFamily="34" charset="0"/>
                <a:cs typeface="Arial" panose="020B0604020202020204" pitchFamily="34" charset="0"/>
              </a:rPr>
              <a:t>GSM Module</a:t>
            </a:r>
          </a:p>
          <a:p>
            <a:pPr lvl="3">
              <a:buClr>
                <a:schemeClr val="tx1"/>
              </a:buClr>
              <a:buSzPct val="100000"/>
              <a:buFont typeface="Franklin Gothic Book" panose="020B0503020102020204" pitchFamily="34" charset="0"/>
              <a:buAutoNum type="arabicPeriod"/>
            </a:pPr>
            <a:r>
              <a:rPr lang="en-IN" altLang="en-US" sz="3200">
                <a:ea typeface="Calibri" panose="020F0502020204030204" pitchFamily="34" charset="0"/>
                <a:cs typeface="Arial" panose="020B0604020202020204" pitchFamily="34" charset="0"/>
              </a:rPr>
              <a:t>Sound sensor</a:t>
            </a:r>
          </a:p>
          <a:p>
            <a:pPr lvl="3">
              <a:buClr>
                <a:schemeClr val="tx1"/>
              </a:buClr>
              <a:buSzPct val="100000"/>
              <a:buFont typeface="Franklin Gothic Book" panose="020B0503020102020204" pitchFamily="34" charset="0"/>
              <a:buAutoNum type="arabicPeriod"/>
            </a:pPr>
            <a:r>
              <a:rPr lang="en-IN" altLang="en-US" sz="3200">
                <a:ea typeface="Calibri" panose="020F0502020204030204" pitchFamily="34" charset="0"/>
                <a:cs typeface="Arial" panose="020B0604020202020204" pitchFamily="34" charset="0"/>
              </a:rPr>
              <a:t>Push buttons</a:t>
            </a:r>
          </a:p>
          <a:p>
            <a:pPr lvl="3">
              <a:buClr>
                <a:schemeClr val="tx1"/>
              </a:buClr>
              <a:buSzPct val="100000"/>
              <a:buFont typeface="Franklin Gothic Book" panose="020B0503020102020204" pitchFamily="34" charset="0"/>
              <a:buAutoNum type="arabicPeriod"/>
            </a:pPr>
            <a:r>
              <a:rPr lang="en-IN" altLang="en-US" sz="3200">
                <a:ea typeface="Calibri" panose="020F0502020204030204" pitchFamily="34" charset="0"/>
                <a:cs typeface="Arial" panose="020B0604020202020204" pitchFamily="34" charset="0"/>
              </a:rPr>
              <a:t>Jumper wires</a:t>
            </a:r>
          </a:p>
          <a:p>
            <a:pPr algn="just" eaLnBrk="1" hangingPunct="1"/>
            <a:endParaRPr lang="en-US" altLang="en-US" sz="3200">
              <a:ea typeface="Calibri" panose="020F0502020204030204" pitchFamily="34" charset="0"/>
              <a:cs typeface="Arial" panose="020B0604020202020204" pitchFamily="34" charset="0"/>
            </a:endParaRPr>
          </a:p>
        </p:txBody>
      </p:sp>
      <p:sp>
        <p:nvSpPr>
          <p:cNvPr id="42" name="Rectangle 41">
            <a:extLst>
              <a:ext uri="{FF2B5EF4-FFF2-40B4-BE49-F238E27FC236}">
                <a16:creationId xmlns:a16="http://schemas.microsoft.com/office/drawing/2014/main" id="{DBD926BD-970B-BB26-659B-5039840CD479}"/>
              </a:ext>
            </a:extLst>
          </p:cNvPr>
          <p:cNvSpPr/>
          <p:nvPr/>
        </p:nvSpPr>
        <p:spPr>
          <a:xfrm>
            <a:off x="609600" y="25866725"/>
            <a:ext cx="12039600" cy="8423275"/>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101882" tIns="50941" rIns="101882" bIns="50941" anchor="ctr"/>
          <a:lstStyle/>
          <a:p>
            <a:pPr algn="ctr" defTabSz="4075298" eaLnBrk="1" fontAlgn="auto" hangingPunct="1">
              <a:spcBef>
                <a:spcPts val="0"/>
              </a:spcBef>
              <a:spcAft>
                <a:spcPts val="0"/>
              </a:spcAft>
              <a:defRPr/>
            </a:pPr>
            <a:endParaRPr lang="en-US" dirty="0"/>
          </a:p>
        </p:txBody>
      </p:sp>
      <p:sp>
        <p:nvSpPr>
          <p:cNvPr id="48" name="TextBox 47">
            <a:extLst>
              <a:ext uri="{FF2B5EF4-FFF2-40B4-BE49-F238E27FC236}">
                <a16:creationId xmlns:a16="http://schemas.microsoft.com/office/drawing/2014/main" id="{90F8CFAE-80CD-A89B-A183-0484290ACED3}"/>
              </a:ext>
            </a:extLst>
          </p:cNvPr>
          <p:cNvSpPr txBox="1"/>
          <p:nvPr/>
        </p:nvSpPr>
        <p:spPr>
          <a:xfrm>
            <a:off x="703385" y="25936251"/>
            <a:ext cx="4390292" cy="584775"/>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2">
            <a:schemeClr val="accent1"/>
          </a:fillRef>
          <a:effectRef idx="1">
            <a:schemeClr val="accent1"/>
          </a:effectRef>
          <a:fontRef idx="minor">
            <a:schemeClr val="dk1"/>
          </a:fontRef>
        </p:style>
        <p:txBody>
          <a:bodyPr>
            <a:spAutoFit/>
          </a:bodyPr>
          <a:lstStyle/>
          <a:p>
            <a:pPr defTabSz="4075298" eaLnBrk="1" fontAlgn="auto" hangingPunct="1">
              <a:spcBef>
                <a:spcPts val="0"/>
              </a:spcBef>
              <a:spcAft>
                <a:spcPts val="0"/>
              </a:spcAft>
              <a:defRPr/>
            </a:pPr>
            <a:r>
              <a:rPr lang="en-US" sz="3200" dirty="0">
                <a:latin typeface="Algerian" pitchFamily="82" charset="0"/>
              </a:rPr>
              <a:t>Working principle</a:t>
            </a:r>
          </a:p>
        </p:txBody>
      </p:sp>
      <p:sp>
        <p:nvSpPr>
          <p:cNvPr id="7202" name="TextBox 28">
            <a:extLst>
              <a:ext uri="{FF2B5EF4-FFF2-40B4-BE49-F238E27FC236}">
                <a16:creationId xmlns:a16="http://schemas.microsoft.com/office/drawing/2014/main" id="{2DCEE9BF-0889-CBB0-C129-0847F715FF72}"/>
              </a:ext>
            </a:extLst>
          </p:cNvPr>
          <p:cNvSpPr txBox="1">
            <a:spLocks noChangeArrowheads="1"/>
          </p:cNvSpPr>
          <p:nvPr/>
        </p:nvSpPr>
        <p:spPr bwMode="auto">
          <a:xfrm>
            <a:off x="762000" y="26909713"/>
            <a:ext cx="11658600" cy="649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sz="8000">
                <a:solidFill>
                  <a:schemeClr val="tx1"/>
                </a:solidFill>
                <a:latin typeface="Arial" panose="020B0604020202020204" pitchFamily="34" charset="0"/>
              </a:defRPr>
            </a:lvl1pPr>
            <a:lvl2pPr marL="742950" indent="-285750">
              <a:defRPr sz="8000">
                <a:solidFill>
                  <a:schemeClr val="tx1"/>
                </a:solidFill>
                <a:latin typeface="Arial" panose="020B0604020202020204" pitchFamily="34" charset="0"/>
              </a:defRPr>
            </a:lvl2pPr>
            <a:lvl3pPr marL="1143000" indent="-228600">
              <a:defRPr sz="8000">
                <a:solidFill>
                  <a:schemeClr val="tx1"/>
                </a:solidFill>
                <a:latin typeface="Arial" panose="020B0604020202020204" pitchFamily="34" charset="0"/>
              </a:defRPr>
            </a:lvl3pPr>
            <a:lvl4pPr marL="1600200" indent="-228600">
              <a:defRPr sz="8000">
                <a:solidFill>
                  <a:schemeClr val="tx1"/>
                </a:solidFill>
                <a:latin typeface="Arial" panose="020B0604020202020204" pitchFamily="34" charset="0"/>
              </a:defRPr>
            </a:lvl4pPr>
            <a:lvl5pPr marL="2057400" indent="-228600">
              <a:defRPr sz="8000">
                <a:solidFill>
                  <a:schemeClr val="tx1"/>
                </a:solidFill>
                <a:latin typeface="Arial" panose="020B0604020202020204" pitchFamily="34" charset="0"/>
              </a:defRPr>
            </a:lvl5pPr>
            <a:lvl6pPr marL="2514600" indent="-228600" defTabSz="4075113" eaLnBrk="0" fontAlgn="base" hangingPunct="0">
              <a:spcBef>
                <a:spcPct val="0"/>
              </a:spcBef>
              <a:spcAft>
                <a:spcPct val="0"/>
              </a:spcAft>
              <a:defRPr sz="8000">
                <a:solidFill>
                  <a:schemeClr val="tx1"/>
                </a:solidFill>
                <a:latin typeface="Arial" panose="020B0604020202020204" pitchFamily="34" charset="0"/>
              </a:defRPr>
            </a:lvl6pPr>
            <a:lvl7pPr marL="2971800" indent="-228600" defTabSz="4075113" eaLnBrk="0" fontAlgn="base" hangingPunct="0">
              <a:spcBef>
                <a:spcPct val="0"/>
              </a:spcBef>
              <a:spcAft>
                <a:spcPct val="0"/>
              </a:spcAft>
              <a:defRPr sz="8000">
                <a:solidFill>
                  <a:schemeClr val="tx1"/>
                </a:solidFill>
                <a:latin typeface="Arial" panose="020B0604020202020204" pitchFamily="34" charset="0"/>
              </a:defRPr>
            </a:lvl7pPr>
            <a:lvl8pPr marL="3429000" indent="-228600" defTabSz="4075113" eaLnBrk="0" fontAlgn="base" hangingPunct="0">
              <a:spcBef>
                <a:spcPct val="0"/>
              </a:spcBef>
              <a:spcAft>
                <a:spcPct val="0"/>
              </a:spcAft>
              <a:defRPr sz="8000">
                <a:solidFill>
                  <a:schemeClr val="tx1"/>
                </a:solidFill>
                <a:latin typeface="Arial" panose="020B0604020202020204" pitchFamily="34" charset="0"/>
              </a:defRPr>
            </a:lvl8pPr>
            <a:lvl9pPr marL="3886200" indent="-228600" defTabSz="4075113" eaLnBrk="0" fontAlgn="base" hangingPunct="0">
              <a:spcBef>
                <a:spcPct val="0"/>
              </a:spcBef>
              <a:spcAft>
                <a:spcPct val="0"/>
              </a:spcAft>
              <a:defRPr sz="8000">
                <a:solidFill>
                  <a:schemeClr val="tx1"/>
                </a:solidFill>
                <a:latin typeface="Arial" panose="020B0604020202020204" pitchFamily="34" charset="0"/>
              </a:defRPr>
            </a:lvl9pPr>
          </a:lstStyle>
          <a:p>
            <a:pPr>
              <a:buFont typeface="Arial" panose="020B0604020202020204" pitchFamily="34" charset="0"/>
              <a:buChar char="•"/>
            </a:pPr>
            <a:r>
              <a:rPr lang="en-IN" altLang="en-US" sz="3200">
                <a:cs typeface="Arial" panose="020B0604020202020204" pitchFamily="34" charset="0"/>
              </a:rPr>
              <a:t>In first when women in danger she can press a button then the SMS will send to the concerned contact number with the current location.</a:t>
            </a:r>
          </a:p>
          <a:p>
            <a:pPr>
              <a:buFont typeface="Arial" panose="020B0604020202020204" pitchFamily="34" charset="0"/>
              <a:buChar char="•"/>
            </a:pPr>
            <a:r>
              <a:rPr lang="en-IN" altLang="en-US" sz="3200">
                <a:cs typeface="Arial" panose="020B0604020202020204" pitchFamily="34" charset="0"/>
              </a:rPr>
              <a:t>In second the existing device is redone to become familiar with the individual example of temperature, Heart Rate of the human body then find out the threshold. When these both are in the above threshold value then it automatically sends a message to concerned authorities</a:t>
            </a:r>
          </a:p>
          <a:p>
            <a:pPr>
              <a:buFont typeface="Arial" panose="020B0604020202020204" pitchFamily="34" charset="0"/>
              <a:buChar char="•"/>
            </a:pPr>
            <a:r>
              <a:rPr lang="en-IN" altLang="en-US" sz="3200">
                <a:cs typeface="Arial" panose="020B0604020202020204" pitchFamily="34" charset="0"/>
              </a:rPr>
              <a:t>In the third condition when women are in danger and she is unable to press the button in that situation we use sound module (for example the women is used to say HELP) then the message will send to the concerned number with location which is one of the major advantages of this project.</a:t>
            </a:r>
          </a:p>
        </p:txBody>
      </p:sp>
      <p:sp>
        <p:nvSpPr>
          <p:cNvPr id="7203" name="TextBox 33">
            <a:extLst>
              <a:ext uri="{FF2B5EF4-FFF2-40B4-BE49-F238E27FC236}">
                <a16:creationId xmlns:a16="http://schemas.microsoft.com/office/drawing/2014/main" id="{67C55FB0-6AA6-C2DB-EB08-2BA7F50C2AD6}"/>
              </a:ext>
            </a:extLst>
          </p:cNvPr>
          <p:cNvSpPr txBox="1">
            <a:spLocks noChangeArrowheads="1"/>
          </p:cNvSpPr>
          <p:nvPr/>
        </p:nvSpPr>
        <p:spPr bwMode="auto">
          <a:xfrm>
            <a:off x="13563600" y="5181600"/>
            <a:ext cx="10439400" cy="206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8000">
                <a:solidFill>
                  <a:schemeClr val="tx1"/>
                </a:solidFill>
                <a:latin typeface="Arial" panose="020B0604020202020204" pitchFamily="34" charset="0"/>
              </a:defRPr>
            </a:lvl1pPr>
            <a:lvl2pPr>
              <a:defRPr sz="8000">
                <a:solidFill>
                  <a:schemeClr val="tx1"/>
                </a:solidFill>
                <a:latin typeface="Arial" panose="020B0604020202020204" pitchFamily="34" charset="0"/>
              </a:defRPr>
            </a:lvl2pPr>
            <a:lvl3pPr marL="1143000" indent="-228600">
              <a:defRPr sz="8000">
                <a:solidFill>
                  <a:schemeClr val="tx1"/>
                </a:solidFill>
                <a:latin typeface="Arial" panose="020B0604020202020204" pitchFamily="34" charset="0"/>
              </a:defRPr>
            </a:lvl3pPr>
            <a:lvl4pPr marL="1600200" indent="-228600">
              <a:defRPr sz="8000">
                <a:solidFill>
                  <a:schemeClr val="tx1"/>
                </a:solidFill>
                <a:latin typeface="Arial" panose="020B0604020202020204" pitchFamily="34" charset="0"/>
              </a:defRPr>
            </a:lvl4pPr>
            <a:lvl5pPr marL="2057400" indent="-228600">
              <a:defRPr sz="8000">
                <a:solidFill>
                  <a:schemeClr val="tx1"/>
                </a:solidFill>
                <a:latin typeface="Arial" panose="020B0604020202020204" pitchFamily="34" charset="0"/>
              </a:defRPr>
            </a:lvl5pPr>
            <a:lvl6pPr marL="2514600" indent="-228600" defTabSz="4075113" eaLnBrk="0" fontAlgn="base" hangingPunct="0">
              <a:spcBef>
                <a:spcPct val="0"/>
              </a:spcBef>
              <a:spcAft>
                <a:spcPct val="0"/>
              </a:spcAft>
              <a:defRPr sz="8000">
                <a:solidFill>
                  <a:schemeClr val="tx1"/>
                </a:solidFill>
                <a:latin typeface="Arial" panose="020B0604020202020204" pitchFamily="34" charset="0"/>
              </a:defRPr>
            </a:lvl6pPr>
            <a:lvl7pPr marL="2971800" indent="-228600" defTabSz="4075113" eaLnBrk="0" fontAlgn="base" hangingPunct="0">
              <a:spcBef>
                <a:spcPct val="0"/>
              </a:spcBef>
              <a:spcAft>
                <a:spcPct val="0"/>
              </a:spcAft>
              <a:defRPr sz="8000">
                <a:solidFill>
                  <a:schemeClr val="tx1"/>
                </a:solidFill>
                <a:latin typeface="Arial" panose="020B0604020202020204" pitchFamily="34" charset="0"/>
              </a:defRPr>
            </a:lvl7pPr>
            <a:lvl8pPr marL="3429000" indent="-228600" defTabSz="4075113" eaLnBrk="0" fontAlgn="base" hangingPunct="0">
              <a:spcBef>
                <a:spcPct val="0"/>
              </a:spcBef>
              <a:spcAft>
                <a:spcPct val="0"/>
              </a:spcAft>
              <a:defRPr sz="8000">
                <a:solidFill>
                  <a:schemeClr val="tx1"/>
                </a:solidFill>
                <a:latin typeface="Arial" panose="020B0604020202020204" pitchFamily="34" charset="0"/>
              </a:defRPr>
            </a:lvl8pPr>
            <a:lvl9pPr marL="3886200" indent="-228600" defTabSz="4075113" eaLnBrk="0" fontAlgn="base" hangingPunct="0">
              <a:spcBef>
                <a:spcPct val="0"/>
              </a:spcBef>
              <a:spcAft>
                <a:spcPct val="0"/>
              </a:spcAft>
              <a:defRPr sz="8000">
                <a:solidFill>
                  <a:schemeClr val="tx1"/>
                </a:solidFill>
                <a:latin typeface="Arial" panose="020B0604020202020204" pitchFamily="34" charset="0"/>
              </a:defRPr>
            </a:lvl9pPr>
          </a:lstStyle>
          <a:p>
            <a:pPr algn="just" eaLnBrk="1" hangingPunct="1"/>
            <a:endParaRPr lang="en-US" altLang="en-US" sz="3200"/>
          </a:p>
          <a:p>
            <a:pPr algn="r" eaLnBrk="1" hangingPunct="1"/>
            <a:endParaRPr lang="en-US" altLang="en-US" sz="3200"/>
          </a:p>
          <a:p>
            <a:pPr algn="r" eaLnBrk="1" hangingPunct="1"/>
            <a:endParaRPr lang="en-US" altLang="en-US" sz="3200"/>
          </a:p>
          <a:p>
            <a:pPr algn="just" eaLnBrk="1" hangingPunct="1"/>
            <a:endParaRPr lang="en-US" altLang="en-US" sz="3200"/>
          </a:p>
        </p:txBody>
      </p:sp>
      <p:sp>
        <p:nvSpPr>
          <p:cNvPr id="53" name="Rectangle 52">
            <a:extLst>
              <a:ext uri="{FF2B5EF4-FFF2-40B4-BE49-F238E27FC236}">
                <a16:creationId xmlns:a16="http://schemas.microsoft.com/office/drawing/2014/main" id="{86F34F28-50A4-BE96-0856-BC59133E9A48}"/>
              </a:ext>
            </a:extLst>
          </p:cNvPr>
          <p:cNvSpPr/>
          <p:nvPr/>
        </p:nvSpPr>
        <p:spPr>
          <a:xfrm>
            <a:off x="24460200" y="4521200"/>
            <a:ext cx="10363200" cy="960120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101882" tIns="50941" rIns="101882" bIns="50941" anchor="ctr"/>
          <a:lstStyle/>
          <a:p>
            <a:pPr algn="ctr" defTabSz="4075298" eaLnBrk="1" fontAlgn="auto" hangingPunct="1">
              <a:spcBef>
                <a:spcPts val="0"/>
              </a:spcBef>
              <a:spcAft>
                <a:spcPts val="0"/>
              </a:spcAft>
              <a:defRPr/>
            </a:pPr>
            <a:endParaRPr lang="en-US" dirty="0"/>
          </a:p>
        </p:txBody>
      </p:sp>
      <p:sp>
        <p:nvSpPr>
          <p:cNvPr id="54" name="TextBox 53">
            <a:extLst>
              <a:ext uri="{FF2B5EF4-FFF2-40B4-BE49-F238E27FC236}">
                <a16:creationId xmlns:a16="http://schemas.microsoft.com/office/drawing/2014/main" id="{CC06A393-5A46-7643-9011-B5B3EA60972E}"/>
              </a:ext>
            </a:extLst>
          </p:cNvPr>
          <p:cNvSpPr txBox="1"/>
          <p:nvPr/>
        </p:nvSpPr>
        <p:spPr>
          <a:xfrm>
            <a:off x="24619683" y="4586994"/>
            <a:ext cx="2133600" cy="584775"/>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2">
            <a:schemeClr val="accent1"/>
          </a:fillRef>
          <a:effectRef idx="1">
            <a:schemeClr val="accent1"/>
          </a:effectRef>
          <a:fontRef idx="minor">
            <a:schemeClr val="dk1"/>
          </a:fontRef>
        </p:style>
        <p:txBody>
          <a:bodyPr>
            <a:spAutoFit/>
          </a:bodyPr>
          <a:lstStyle/>
          <a:p>
            <a:pPr defTabSz="4075298" eaLnBrk="1" fontAlgn="auto" hangingPunct="1">
              <a:spcBef>
                <a:spcPts val="0"/>
              </a:spcBef>
              <a:spcAft>
                <a:spcPts val="0"/>
              </a:spcAft>
              <a:defRPr/>
            </a:pPr>
            <a:r>
              <a:rPr lang="en-US" sz="3200" dirty="0">
                <a:latin typeface="Algerian" pitchFamily="82" charset="0"/>
              </a:rPr>
              <a:t>Results</a:t>
            </a:r>
          </a:p>
        </p:txBody>
      </p:sp>
      <p:sp>
        <p:nvSpPr>
          <p:cNvPr id="7208" name="TextBox 54">
            <a:extLst>
              <a:ext uri="{FF2B5EF4-FFF2-40B4-BE49-F238E27FC236}">
                <a16:creationId xmlns:a16="http://schemas.microsoft.com/office/drawing/2014/main" id="{AF9559D2-8578-1A83-AD70-E3EE44B6B239}"/>
              </a:ext>
            </a:extLst>
          </p:cNvPr>
          <p:cNvSpPr txBox="1">
            <a:spLocks noChangeArrowheads="1"/>
          </p:cNvSpPr>
          <p:nvPr/>
        </p:nvSpPr>
        <p:spPr bwMode="auto">
          <a:xfrm>
            <a:off x="24841200" y="14554200"/>
            <a:ext cx="100584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8000">
                <a:solidFill>
                  <a:schemeClr val="tx1"/>
                </a:solidFill>
                <a:latin typeface="Arial" panose="020B0604020202020204" pitchFamily="34" charset="0"/>
              </a:defRPr>
            </a:lvl1pPr>
            <a:lvl2pPr marL="742950" indent="-285750">
              <a:defRPr sz="8000">
                <a:solidFill>
                  <a:schemeClr val="tx1"/>
                </a:solidFill>
                <a:latin typeface="Arial" panose="020B0604020202020204" pitchFamily="34" charset="0"/>
              </a:defRPr>
            </a:lvl2pPr>
            <a:lvl3pPr marL="1143000" indent="-228600">
              <a:defRPr sz="8000">
                <a:solidFill>
                  <a:schemeClr val="tx1"/>
                </a:solidFill>
                <a:latin typeface="Arial" panose="020B0604020202020204" pitchFamily="34" charset="0"/>
              </a:defRPr>
            </a:lvl3pPr>
            <a:lvl4pPr marL="1600200" indent="-228600">
              <a:defRPr sz="8000">
                <a:solidFill>
                  <a:schemeClr val="tx1"/>
                </a:solidFill>
                <a:latin typeface="Arial" panose="020B0604020202020204" pitchFamily="34" charset="0"/>
              </a:defRPr>
            </a:lvl4pPr>
            <a:lvl5pPr marL="2057400" indent="-228600">
              <a:defRPr sz="8000">
                <a:solidFill>
                  <a:schemeClr val="tx1"/>
                </a:solidFill>
                <a:latin typeface="Arial" panose="020B0604020202020204" pitchFamily="34" charset="0"/>
              </a:defRPr>
            </a:lvl5pPr>
            <a:lvl6pPr marL="2514600" indent="-228600" defTabSz="4075113" eaLnBrk="0" fontAlgn="base" hangingPunct="0">
              <a:spcBef>
                <a:spcPct val="0"/>
              </a:spcBef>
              <a:spcAft>
                <a:spcPct val="0"/>
              </a:spcAft>
              <a:defRPr sz="8000">
                <a:solidFill>
                  <a:schemeClr val="tx1"/>
                </a:solidFill>
                <a:latin typeface="Arial" panose="020B0604020202020204" pitchFamily="34" charset="0"/>
              </a:defRPr>
            </a:lvl6pPr>
            <a:lvl7pPr marL="2971800" indent="-228600" defTabSz="4075113" eaLnBrk="0" fontAlgn="base" hangingPunct="0">
              <a:spcBef>
                <a:spcPct val="0"/>
              </a:spcBef>
              <a:spcAft>
                <a:spcPct val="0"/>
              </a:spcAft>
              <a:defRPr sz="8000">
                <a:solidFill>
                  <a:schemeClr val="tx1"/>
                </a:solidFill>
                <a:latin typeface="Arial" panose="020B0604020202020204" pitchFamily="34" charset="0"/>
              </a:defRPr>
            </a:lvl7pPr>
            <a:lvl8pPr marL="3429000" indent="-228600" defTabSz="4075113" eaLnBrk="0" fontAlgn="base" hangingPunct="0">
              <a:spcBef>
                <a:spcPct val="0"/>
              </a:spcBef>
              <a:spcAft>
                <a:spcPct val="0"/>
              </a:spcAft>
              <a:defRPr sz="8000">
                <a:solidFill>
                  <a:schemeClr val="tx1"/>
                </a:solidFill>
                <a:latin typeface="Arial" panose="020B0604020202020204" pitchFamily="34" charset="0"/>
              </a:defRPr>
            </a:lvl8pPr>
            <a:lvl9pPr marL="3886200" indent="-228600" defTabSz="4075113" eaLnBrk="0" fontAlgn="base" hangingPunct="0">
              <a:spcBef>
                <a:spcPct val="0"/>
              </a:spcBef>
              <a:spcAft>
                <a:spcPct val="0"/>
              </a:spcAft>
              <a:defRPr sz="8000">
                <a:solidFill>
                  <a:schemeClr val="tx1"/>
                </a:solidFill>
                <a:latin typeface="Arial" panose="020B0604020202020204" pitchFamily="34" charset="0"/>
              </a:defRPr>
            </a:lvl9pPr>
          </a:lstStyle>
          <a:p>
            <a:pPr eaLnBrk="1" hangingPunct="1"/>
            <a:endParaRPr lang="en-US" altLang="en-US"/>
          </a:p>
        </p:txBody>
      </p:sp>
      <p:sp>
        <p:nvSpPr>
          <p:cNvPr id="63" name="Rectangle 62">
            <a:extLst>
              <a:ext uri="{FF2B5EF4-FFF2-40B4-BE49-F238E27FC236}">
                <a16:creationId xmlns:a16="http://schemas.microsoft.com/office/drawing/2014/main" id="{878F2F83-7B7E-5AD9-2F43-0E28CE699396}"/>
              </a:ext>
            </a:extLst>
          </p:cNvPr>
          <p:cNvSpPr/>
          <p:nvPr/>
        </p:nvSpPr>
        <p:spPr>
          <a:xfrm>
            <a:off x="24422100" y="14516100"/>
            <a:ext cx="10363200" cy="105537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lIns="101882" tIns="50941" rIns="101882" bIns="50941" anchor="ctr"/>
          <a:lstStyle/>
          <a:p>
            <a:pPr algn="ctr" defTabSz="4075298" eaLnBrk="1" fontAlgn="auto" hangingPunct="1">
              <a:spcBef>
                <a:spcPts val="0"/>
              </a:spcBef>
              <a:spcAft>
                <a:spcPts val="0"/>
              </a:spcAft>
              <a:defRPr/>
            </a:pPr>
            <a:endParaRPr lang="en-US" dirty="0"/>
          </a:p>
        </p:txBody>
      </p:sp>
      <p:sp>
        <p:nvSpPr>
          <p:cNvPr id="64" name="TextBox 63">
            <a:extLst>
              <a:ext uri="{FF2B5EF4-FFF2-40B4-BE49-F238E27FC236}">
                <a16:creationId xmlns:a16="http://schemas.microsoft.com/office/drawing/2014/main" id="{A2BD29E5-3D35-F6E1-BCD8-799721DDEB70}"/>
              </a:ext>
            </a:extLst>
          </p:cNvPr>
          <p:cNvSpPr txBox="1"/>
          <p:nvPr/>
        </p:nvSpPr>
        <p:spPr>
          <a:xfrm>
            <a:off x="24498300" y="14516100"/>
            <a:ext cx="3048000" cy="584775"/>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2">
            <a:schemeClr val="accent1"/>
          </a:fillRef>
          <a:effectRef idx="1">
            <a:schemeClr val="accent1"/>
          </a:effectRef>
          <a:fontRef idx="minor">
            <a:schemeClr val="dk1"/>
          </a:fontRef>
        </p:style>
        <p:txBody>
          <a:bodyPr>
            <a:spAutoFit/>
          </a:bodyPr>
          <a:lstStyle/>
          <a:p>
            <a:pPr defTabSz="4075298" eaLnBrk="1" fontAlgn="auto" hangingPunct="1">
              <a:spcBef>
                <a:spcPts val="0"/>
              </a:spcBef>
              <a:spcAft>
                <a:spcPts val="0"/>
              </a:spcAft>
              <a:defRPr/>
            </a:pPr>
            <a:r>
              <a:rPr lang="en-US" sz="3200" dirty="0">
                <a:latin typeface="Algerian" pitchFamily="82" charset="0"/>
              </a:rPr>
              <a:t>Conclusions</a:t>
            </a:r>
          </a:p>
        </p:txBody>
      </p:sp>
      <p:sp>
        <p:nvSpPr>
          <p:cNvPr id="7213" name="TextBox 67">
            <a:extLst>
              <a:ext uri="{FF2B5EF4-FFF2-40B4-BE49-F238E27FC236}">
                <a16:creationId xmlns:a16="http://schemas.microsoft.com/office/drawing/2014/main" id="{6CC6E9EB-7362-09A8-31D8-CC688447F0D2}"/>
              </a:ext>
            </a:extLst>
          </p:cNvPr>
          <p:cNvSpPr txBox="1">
            <a:spLocks noChangeArrowheads="1"/>
          </p:cNvSpPr>
          <p:nvPr/>
        </p:nvSpPr>
        <p:spPr bwMode="auto">
          <a:xfrm>
            <a:off x="24688800" y="28346400"/>
            <a:ext cx="102108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8000">
                <a:solidFill>
                  <a:schemeClr val="tx1"/>
                </a:solidFill>
                <a:latin typeface="Arial" panose="020B0604020202020204" pitchFamily="34" charset="0"/>
              </a:defRPr>
            </a:lvl1pPr>
            <a:lvl2pPr marL="742950" indent="-285750">
              <a:defRPr sz="8000">
                <a:solidFill>
                  <a:schemeClr val="tx1"/>
                </a:solidFill>
                <a:latin typeface="Arial" panose="020B0604020202020204" pitchFamily="34" charset="0"/>
              </a:defRPr>
            </a:lvl2pPr>
            <a:lvl3pPr marL="1143000" indent="-228600">
              <a:defRPr sz="8000">
                <a:solidFill>
                  <a:schemeClr val="tx1"/>
                </a:solidFill>
                <a:latin typeface="Arial" panose="020B0604020202020204" pitchFamily="34" charset="0"/>
              </a:defRPr>
            </a:lvl3pPr>
            <a:lvl4pPr marL="1600200" indent="-228600">
              <a:defRPr sz="8000">
                <a:solidFill>
                  <a:schemeClr val="tx1"/>
                </a:solidFill>
                <a:latin typeface="Arial" panose="020B0604020202020204" pitchFamily="34" charset="0"/>
              </a:defRPr>
            </a:lvl4pPr>
            <a:lvl5pPr marL="2057400" indent="-228600">
              <a:defRPr sz="8000">
                <a:solidFill>
                  <a:schemeClr val="tx1"/>
                </a:solidFill>
                <a:latin typeface="Arial" panose="020B0604020202020204" pitchFamily="34" charset="0"/>
              </a:defRPr>
            </a:lvl5pPr>
            <a:lvl6pPr marL="2514600" indent="-228600" defTabSz="4075113" eaLnBrk="0" fontAlgn="base" hangingPunct="0">
              <a:spcBef>
                <a:spcPct val="0"/>
              </a:spcBef>
              <a:spcAft>
                <a:spcPct val="0"/>
              </a:spcAft>
              <a:defRPr sz="8000">
                <a:solidFill>
                  <a:schemeClr val="tx1"/>
                </a:solidFill>
                <a:latin typeface="Arial" panose="020B0604020202020204" pitchFamily="34" charset="0"/>
              </a:defRPr>
            </a:lvl6pPr>
            <a:lvl7pPr marL="2971800" indent="-228600" defTabSz="4075113" eaLnBrk="0" fontAlgn="base" hangingPunct="0">
              <a:spcBef>
                <a:spcPct val="0"/>
              </a:spcBef>
              <a:spcAft>
                <a:spcPct val="0"/>
              </a:spcAft>
              <a:defRPr sz="8000">
                <a:solidFill>
                  <a:schemeClr val="tx1"/>
                </a:solidFill>
                <a:latin typeface="Arial" panose="020B0604020202020204" pitchFamily="34" charset="0"/>
              </a:defRPr>
            </a:lvl7pPr>
            <a:lvl8pPr marL="3429000" indent="-228600" defTabSz="4075113" eaLnBrk="0" fontAlgn="base" hangingPunct="0">
              <a:spcBef>
                <a:spcPct val="0"/>
              </a:spcBef>
              <a:spcAft>
                <a:spcPct val="0"/>
              </a:spcAft>
              <a:defRPr sz="8000">
                <a:solidFill>
                  <a:schemeClr val="tx1"/>
                </a:solidFill>
                <a:latin typeface="Arial" panose="020B0604020202020204" pitchFamily="34" charset="0"/>
              </a:defRPr>
            </a:lvl8pPr>
            <a:lvl9pPr marL="3886200" indent="-228600" defTabSz="4075113" eaLnBrk="0" fontAlgn="base" hangingPunct="0">
              <a:spcBef>
                <a:spcPct val="0"/>
              </a:spcBef>
              <a:spcAft>
                <a:spcPct val="0"/>
              </a:spcAft>
              <a:defRPr sz="8000">
                <a:solidFill>
                  <a:schemeClr val="tx1"/>
                </a:solidFill>
                <a:latin typeface="Arial" panose="020B0604020202020204" pitchFamily="34" charset="0"/>
              </a:defRPr>
            </a:lvl9pPr>
          </a:lstStyle>
          <a:p>
            <a:pPr algn="just" eaLnBrk="1" hangingPunct="1"/>
            <a:endParaRPr lang="en-US" altLang="en-US" sz="2800" i="1"/>
          </a:p>
          <a:p>
            <a:pPr eaLnBrk="1" hangingPunct="1"/>
            <a:endParaRPr lang="en-US" altLang="en-US" sz="3200"/>
          </a:p>
        </p:txBody>
      </p:sp>
      <p:sp>
        <p:nvSpPr>
          <p:cNvPr id="70" name="TextBox 69">
            <a:extLst>
              <a:ext uri="{FF2B5EF4-FFF2-40B4-BE49-F238E27FC236}">
                <a16:creationId xmlns:a16="http://schemas.microsoft.com/office/drawing/2014/main" id="{62ED30CE-BAD5-AC4E-AF01-3460E75069DC}"/>
              </a:ext>
            </a:extLst>
          </p:cNvPr>
          <p:cNvSpPr txBox="1"/>
          <p:nvPr/>
        </p:nvSpPr>
        <p:spPr>
          <a:xfrm>
            <a:off x="24498300" y="25232031"/>
            <a:ext cx="2667000" cy="584775"/>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1"/>
          </a:lnRef>
          <a:fillRef idx="2">
            <a:schemeClr val="accent1"/>
          </a:fillRef>
          <a:effectRef idx="1">
            <a:schemeClr val="accent1"/>
          </a:effectRef>
          <a:fontRef idx="minor">
            <a:schemeClr val="dk1"/>
          </a:fontRef>
        </p:style>
        <p:txBody>
          <a:bodyPr>
            <a:spAutoFit/>
          </a:bodyPr>
          <a:lstStyle/>
          <a:p>
            <a:pPr defTabSz="4075298" eaLnBrk="1" fontAlgn="auto" hangingPunct="1">
              <a:spcBef>
                <a:spcPts val="0"/>
              </a:spcBef>
              <a:spcAft>
                <a:spcPts val="0"/>
              </a:spcAft>
              <a:defRPr/>
            </a:pPr>
            <a:r>
              <a:rPr lang="en-US" sz="3200" dirty="0">
                <a:latin typeface="Algerian" pitchFamily="82" charset="0"/>
              </a:rPr>
              <a:t>references</a:t>
            </a:r>
          </a:p>
        </p:txBody>
      </p:sp>
      <p:sp>
        <p:nvSpPr>
          <p:cNvPr id="7268" name="TextBox 70">
            <a:extLst>
              <a:ext uri="{FF2B5EF4-FFF2-40B4-BE49-F238E27FC236}">
                <a16:creationId xmlns:a16="http://schemas.microsoft.com/office/drawing/2014/main" id="{F859793A-6AFE-58DF-795F-C9F1A856FA57}"/>
              </a:ext>
            </a:extLst>
          </p:cNvPr>
          <p:cNvSpPr txBox="1">
            <a:spLocks noChangeArrowheads="1"/>
          </p:cNvSpPr>
          <p:nvPr/>
        </p:nvSpPr>
        <p:spPr bwMode="auto">
          <a:xfrm>
            <a:off x="24590375" y="15216188"/>
            <a:ext cx="9517063" cy="10186987"/>
          </a:xfrm>
          <a:prstGeom prst="rect">
            <a:avLst/>
          </a:prstGeom>
          <a:noFill/>
          <a:ln>
            <a:noFill/>
          </a:ln>
        </p:spPr>
        <p:txBody>
          <a:bodyPr>
            <a:spAutoFit/>
          </a:bodyPr>
          <a:lstStyle>
            <a:lvl1pPr marL="236538" indent="-236538">
              <a:defRPr sz="8000">
                <a:solidFill>
                  <a:schemeClr val="tx1"/>
                </a:solidFill>
                <a:latin typeface="Arial" panose="020B0604020202020204" pitchFamily="34" charset="0"/>
              </a:defRPr>
            </a:lvl1pPr>
            <a:lvl2pPr marL="742950" indent="-285750">
              <a:defRPr sz="8000">
                <a:solidFill>
                  <a:schemeClr val="tx1"/>
                </a:solidFill>
                <a:latin typeface="Arial" panose="020B0604020202020204" pitchFamily="34" charset="0"/>
              </a:defRPr>
            </a:lvl2pPr>
            <a:lvl3pPr marL="1143000" indent="-228600">
              <a:defRPr sz="8000">
                <a:solidFill>
                  <a:schemeClr val="tx1"/>
                </a:solidFill>
                <a:latin typeface="Arial" panose="020B0604020202020204" pitchFamily="34" charset="0"/>
              </a:defRPr>
            </a:lvl3pPr>
            <a:lvl4pPr marL="1600200" indent="-228600">
              <a:defRPr sz="8000">
                <a:solidFill>
                  <a:schemeClr val="tx1"/>
                </a:solidFill>
                <a:latin typeface="Arial" panose="020B0604020202020204" pitchFamily="34" charset="0"/>
              </a:defRPr>
            </a:lvl4pPr>
            <a:lvl5pPr marL="2057400" indent="-228600">
              <a:defRPr sz="8000">
                <a:solidFill>
                  <a:schemeClr val="tx1"/>
                </a:solidFill>
                <a:latin typeface="Arial" panose="020B0604020202020204" pitchFamily="34" charset="0"/>
              </a:defRPr>
            </a:lvl5pPr>
            <a:lvl6pPr marL="2514600" indent="-228600" defTabSz="4075113" eaLnBrk="0" fontAlgn="base" hangingPunct="0">
              <a:spcBef>
                <a:spcPct val="0"/>
              </a:spcBef>
              <a:spcAft>
                <a:spcPct val="0"/>
              </a:spcAft>
              <a:defRPr sz="8000">
                <a:solidFill>
                  <a:schemeClr val="tx1"/>
                </a:solidFill>
                <a:latin typeface="Arial" panose="020B0604020202020204" pitchFamily="34" charset="0"/>
              </a:defRPr>
            </a:lvl6pPr>
            <a:lvl7pPr marL="2971800" indent="-228600" defTabSz="4075113" eaLnBrk="0" fontAlgn="base" hangingPunct="0">
              <a:spcBef>
                <a:spcPct val="0"/>
              </a:spcBef>
              <a:spcAft>
                <a:spcPct val="0"/>
              </a:spcAft>
              <a:defRPr sz="8000">
                <a:solidFill>
                  <a:schemeClr val="tx1"/>
                </a:solidFill>
                <a:latin typeface="Arial" panose="020B0604020202020204" pitchFamily="34" charset="0"/>
              </a:defRPr>
            </a:lvl7pPr>
            <a:lvl8pPr marL="3429000" indent="-228600" defTabSz="4075113" eaLnBrk="0" fontAlgn="base" hangingPunct="0">
              <a:spcBef>
                <a:spcPct val="0"/>
              </a:spcBef>
              <a:spcAft>
                <a:spcPct val="0"/>
              </a:spcAft>
              <a:defRPr sz="8000">
                <a:solidFill>
                  <a:schemeClr val="tx1"/>
                </a:solidFill>
                <a:latin typeface="Arial" panose="020B0604020202020204" pitchFamily="34" charset="0"/>
              </a:defRPr>
            </a:lvl8pPr>
            <a:lvl9pPr marL="3886200" indent="-228600" defTabSz="4075113" eaLnBrk="0" fontAlgn="base" hangingPunct="0">
              <a:spcBef>
                <a:spcPct val="0"/>
              </a:spcBef>
              <a:spcAft>
                <a:spcPct val="0"/>
              </a:spcAft>
              <a:defRPr sz="8000">
                <a:solidFill>
                  <a:schemeClr val="tx1"/>
                </a:solidFill>
                <a:latin typeface="Arial" panose="020B0604020202020204" pitchFamily="34" charset="0"/>
              </a:defRPr>
            </a:lvl9pPr>
          </a:lstStyle>
          <a:p>
            <a:pPr marL="0" indent="0" algn="just" eaLnBrk="1" hangingPunct="1">
              <a:defRPr/>
            </a:pPr>
            <a:r>
              <a:rPr lang="en-US" sz="3200" dirty="0">
                <a:cs typeface="Arial" panose="020B0604020202020204" pitchFamily="34" charset="0"/>
              </a:rPr>
              <a:t>The demo unit creates and the indicated "SafeHer: IoT Innovations for Women's Safety" is successfully experimented. The module targets providing women with total safety in risky situations. This project showcases major problems faced by women and resolves them. The device of women's safety based on IoT provides an innovative, cost-effective, and reliable solution for individual security challenges. Through GPS location, real-time alarm, and voice-video surveillance, the system assures individuals to be thoroughly protected under crisis situations and assistance can be dispatched in no time. It is also a low power demanding system with mobility to make its deployment on a day-to-day basis feasible. Moreover, due to its scalability, it allows for future capacity extension to implement enhanced safety capabilities. Effective production and deployment of this gadget brought to focus the central role IoT can play to enhance security.</a:t>
            </a:r>
            <a:endParaRPr lang="en-US" altLang="en-US" sz="3200" dirty="0">
              <a:cs typeface="Arial" panose="020B0604020202020204" pitchFamily="34" charset="0"/>
            </a:endParaRPr>
          </a:p>
          <a:p>
            <a:pPr algn="just" eaLnBrk="1" hangingPunct="1">
              <a:buFont typeface="Franklin Gothic Book" panose="020B0503020102020204" pitchFamily="34" charset="0"/>
              <a:buAutoNum type="arabicPeriod"/>
              <a:defRPr/>
            </a:pPr>
            <a:endParaRPr lang="en-US" altLang="en-US" sz="2400" dirty="0"/>
          </a:p>
          <a:p>
            <a:pPr eaLnBrk="1" hangingPunct="1">
              <a:buFont typeface="Franklin Gothic Book" panose="020B0503020102020204" pitchFamily="34" charset="0"/>
              <a:buAutoNum type="arabicPeriod"/>
              <a:defRPr/>
            </a:pPr>
            <a:endParaRPr lang="en-US" altLang="en-US" sz="2400" dirty="0"/>
          </a:p>
        </p:txBody>
      </p:sp>
      <p:sp>
        <p:nvSpPr>
          <p:cNvPr id="7218" name="TextBox 71">
            <a:extLst>
              <a:ext uri="{FF2B5EF4-FFF2-40B4-BE49-F238E27FC236}">
                <a16:creationId xmlns:a16="http://schemas.microsoft.com/office/drawing/2014/main" id="{1A91B374-9C8C-C4DF-BEB9-AF4B9360E3CB}"/>
              </a:ext>
            </a:extLst>
          </p:cNvPr>
          <p:cNvSpPr txBox="1">
            <a:spLocks noChangeArrowheads="1"/>
          </p:cNvSpPr>
          <p:nvPr/>
        </p:nvSpPr>
        <p:spPr bwMode="auto">
          <a:xfrm>
            <a:off x="13335000" y="35204400"/>
            <a:ext cx="105918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8000">
                <a:solidFill>
                  <a:schemeClr val="tx1"/>
                </a:solidFill>
                <a:latin typeface="Arial" panose="020B0604020202020204" pitchFamily="34" charset="0"/>
              </a:defRPr>
            </a:lvl1pPr>
            <a:lvl2pPr marL="742950" indent="-285750">
              <a:defRPr sz="8000">
                <a:solidFill>
                  <a:schemeClr val="tx1"/>
                </a:solidFill>
                <a:latin typeface="Arial" panose="020B0604020202020204" pitchFamily="34" charset="0"/>
              </a:defRPr>
            </a:lvl2pPr>
            <a:lvl3pPr marL="1143000" indent="-228600">
              <a:defRPr sz="8000">
                <a:solidFill>
                  <a:schemeClr val="tx1"/>
                </a:solidFill>
                <a:latin typeface="Arial" panose="020B0604020202020204" pitchFamily="34" charset="0"/>
              </a:defRPr>
            </a:lvl3pPr>
            <a:lvl4pPr marL="1600200" indent="-228600">
              <a:defRPr sz="8000">
                <a:solidFill>
                  <a:schemeClr val="tx1"/>
                </a:solidFill>
                <a:latin typeface="Arial" panose="020B0604020202020204" pitchFamily="34" charset="0"/>
              </a:defRPr>
            </a:lvl4pPr>
            <a:lvl5pPr marL="2057400" indent="-228600">
              <a:defRPr sz="8000">
                <a:solidFill>
                  <a:schemeClr val="tx1"/>
                </a:solidFill>
                <a:latin typeface="Arial" panose="020B0604020202020204" pitchFamily="34" charset="0"/>
              </a:defRPr>
            </a:lvl5pPr>
            <a:lvl6pPr marL="2514600" indent="-228600" defTabSz="4075113" eaLnBrk="0" fontAlgn="base" hangingPunct="0">
              <a:spcBef>
                <a:spcPct val="0"/>
              </a:spcBef>
              <a:spcAft>
                <a:spcPct val="0"/>
              </a:spcAft>
              <a:defRPr sz="8000">
                <a:solidFill>
                  <a:schemeClr val="tx1"/>
                </a:solidFill>
                <a:latin typeface="Arial" panose="020B0604020202020204" pitchFamily="34" charset="0"/>
              </a:defRPr>
            </a:lvl6pPr>
            <a:lvl7pPr marL="2971800" indent="-228600" defTabSz="4075113" eaLnBrk="0" fontAlgn="base" hangingPunct="0">
              <a:spcBef>
                <a:spcPct val="0"/>
              </a:spcBef>
              <a:spcAft>
                <a:spcPct val="0"/>
              </a:spcAft>
              <a:defRPr sz="8000">
                <a:solidFill>
                  <a:schemeClr val="tx1"/>
                </a:solidFill>
                <a:latin typeface="Arial" panose="020B0604020202020204" pitchFamily="34" charset="0"/>
              </a:defRPr>
            </a:lvl7pPr>
            <a:lvl8pPr marL="3429000" indent="-228600" defTabSz="4075113" eaLnBrk="0" fontAlgn="base" hangingPunct="0">
              <a:spcBef>
                <a:spcPct val="0"/>
              </a:spcBef>
              <a:spcAft>
                <a:spcPct val="0"/>
              </a:spcAft>
              <a:defRPr sz="8000">
                <a:solidFill>
                  <a:schemeClr val="tx1"/>
                </a:solidFill>
                <a:latin typeface="Arial" panose="020B0604020202020204" pitchFamily="34" charset="0"/>
              </a:defRPr>
            </a:lvl8pPr>
            <a:lvl9pPr marL="3886200" indent="-228600" defTabSz="4075113" eaLnBrk="0" fontAlgn="base" hangingPunct="0">
              <a:spcBef>
                <a:spcPct val="0"/>
              </a:spcBef>
              <a:spcAft>
                <a:spcPct val="0"/>
              </a:spcAft>
              <a:defRPr sz="8000">
                <a:solidFill>
                  <a:schemeClr val="tx1"/>
                </a:solidFill>
                <a:latin typeface="Arial" panose="020B0604020202020204" pitchFamily="34" charset="0"/>
              </a:defRPr>
            </a:lvl9pPr>
          </a:lstStyle>
          <a:p>
            <a:pPr eaLnBrk="1" hangingPunct="1"/>
            <a:endParaRPr lang="en-US" altLang="en-US"/>
          </a:p>
        </p:txBody>
      </p:sp>
      <p:sp>
        <p:nvSpPr>
          <p:cNvPr id="7219" name="TextBox 8">
            <a:extLst>
              <a:ext uri="{FF2B5EF4-FFF2-40B4-BE49-F238E27FC236}">
                <a16:creationId xmlns:a16="http://schemas.microsoft.com/office/drawing/2014/main" id="{7FD8254F-6410-57CF-A919-A6DCC199EE60}"/>
              </a:ext>
            </a:extLst>
          </p:cNvPr>
          <p:cNvSpPr txBox="1">
            <a:spLocks noChangeArrowheads="1"/>
          </p:cNvSpPr>
          <p:nvPr/>
        </p:nvSpPr>
        <p:spPr bwMode="auto">
          <a:xfrm>
            <a:off x="10845800" y="484188"/>
            <a:ext cx="24228425" cy="401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altLang="en-US" sz="6500" b="1">
                <a:latin typeface="Times New Roman" panose="02020603050405020304" pitchFamily="18" charset="0"/>
                <a:cs typeface="Times New Roman" panose="02020603050405020304" pitchFamily="18" charset="0"/>
              </a:rPr>
              <a:t>Department of Electronics and Telecommunication Engineering</a:t>
            </a:r>
          </a:p>
          <a:p>
            <a:pPr algn="ctr"/>
            <a:r>
              <a:rPr lang="en-US" altLang="en-US" sz="6500">
                <a:latin typeface="Times New Roman" panose="02020603050405020304" pitchFamily="18" charset="0"/>
                <a:cs typeface="Times New Roman" panose="02020603050405020304" pitchFamily="18" charset="0"/>
              </a:rPr>
              <a:t>ICC Mini Project Examination   AY 2024-25 (Even Sem)</a:t>
            </a:r>
          </a:p>
          <a:p>
            <a:pPr algn="ctr"/>
            <a:r>
              <a:rPr lang="en-US" altLang="en-US" sz="6500" b="1">
                <a:latin typeface="Times New Roman" panose="02020603050405020304" pitchFamily="18" charset="0"/>
                <a:cs typeface="Times New Roman" panose="02020603050405020304" pitchFamily="18" charset="0"/>
              </a:rPr>
              <a:t>SafeHer: IoT Innovations for Women’s Safety</a:t>
            </a:r>
          </a:p>
          <a:p>
            <a:pPr algn="ctr"/>
            <a:r>
              <a:rPr lang="en-US" altLang="en-US" sz="6000">
                <a:latin typeface="Times New Roman" panose="02020603050405020304" pitchFamily="18" charset="0"/>
                <a:cs typeface="Times New Roman" panose="02020603050405020304" pitchFamily="18" charset="0"/>
              </a:rPr>
              <a:t>Student Names: Heer Upadhyay(25),Anshita Vasani(26),Jiya Waghela(28)</a:t>
            </a:r>
          </a:p>
        </p:txBody>
      </p:sp>
      <p:pic>
        <p:nvPicPr>
          <p:cNvPr id="7220" name="Picture 12">
            <a:extLst>
              <a:ext uri="{FF2B5EF4-FFF2-40B4-BE49-F238E27FC236}">
                <a16:creationId xmlns:a16="http://schemas.microsoft.com/office/drawing/2014/main" id="{3E1CF757-74BF-E1C2-D501-F8811083AC5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66800" y="676275"/>
            <a:ext cx="10621963" cy="331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21" name="Picture 12">
            <a:extLst>
              <a:ext uri="{FF2B5EF4-FFF2-40B4-BE49-F238E27FC236}">
                <a16:creationId xmlns:a16="http://schemas.microsoft.com/office/drawing/2014/main" id="{FA6D5188-5D00-2CCB-C964-CECDD64C7F2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139650" y="5603875"/>
            <a:ext cx="8967788" cy="765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22" name="Picture 14">
            <a:extLst>
              <a:ext uri="{FF2B5EF4-FFF2-40B4-BE49-F238E27FC236}">
                <a16:creationId xmlns:a16="http://schemas.microsoft.com/office/drawing/2014/main" id="{1F54E08E-6CF5-078A-49B4-6818F3A31FF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020800" y="18973800"/>
            <a:ext cx="9296400" cy="1562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23" name="Picture 18">
            <a:extLst>
              <a:ext uri="{FF2B5EF4-FFF2-40B4-BE49-F238E27FC236}">
                <a16:creationId xmlns:a16="http://schemas.microsoft.com/office/drawing/2014/main" id="{5F436CFA-30F0-04ED-0B20-DA9A30416A8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593763" y="5930900"/>
            <a:ext cx="10226675" cy="1032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Equity">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757</TotalTime>
  <Words>794</Words>
  <Application>Microsoft Office PowerPoint</Application>
  <PresentationFormat>Custom</PresentationFormat>
  <Paragraphs>51</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Equity</vt:lpstr>
      <vt:lpstr>PowerPoint Presentation</vt:lpstr>
    </vt:vector>
  </TitlesOfParts>
  <Company>MDP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Mukesh</dc:creator>
  <cp:lastModifiedBy>heer.upadhyay1505@gmail.com</cp:lastModifiedBy>
  <cp:revision>68</cp:revision>
  <dcterms:created xsi:type="dcterms:W3CDTF">2012-12-30T05:24:16Z</dcterms:created>
  <dcterms:modified xsi:type="dcterms:W3CDTF">2026-07-15T11:53:26Z</dcterms:modified>
</cp:coreProperties>
</file>